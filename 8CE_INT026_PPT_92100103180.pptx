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80" r:id="rId21"/>
    <p:sldId id="281" r:id="rId22"/>
    <p:sldId id="282" r:id="rId23"/>
    <p:sldId id="283" r:id="rId24"/>
    <p:sldId id="284" r:id="rId25"/>
    <p:sldId id="285" r:id="rId26"/>
    <p:sldId id="278" r:id="rId27"/>
    <p:sldId id="279" r:id="rId28"/>
  </p:sldIdLst>
  <p:sldSz cx="12192000" cy="6858000"/>
  <p:notesSz cx="6858000" cy="9144000"/>
  <p:embeddedFontLst>
    <p:embeddedFont>
      <p:font typeface="Calibri" panose="020F0502020204030204"/>
      <p:regular r:id="rId32"/>
    </p:embeddedFont>
    <p:embeddedFont>
      <p:font typeface="Proxima Nova" panose="02000506030000020004"/>
      <p:regular r:id="rId33"/>
      <p:bold r:id="rId34"/>
    </p:embeddedFont>
    <p:embeddedFont>
      <p:font typeface="Ubuntu" panose="020B0504030602030204"/>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F751DA3-4885-44F4-ABE5-DE853D4918EA}"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384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6" name="Google Shape;86;p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5" name="Shape 95"/>
        <p:cNvGrpSpPr/>
        <p:nvPr/>
      </p:nvGrpSpPr>
      <p:grpSpPr>
        <a:xfrm>
          <a:off x="0" y="0"/>
          <a:ext cx="0" cy="0"/>
          <a:chOff x="0" y="0"/>
          <a:chExt cx="0" cy="0"/>
        </a:xfrm>
      </p:grpSpPr>
      <p:sp>
        <p:nvSpPr>
          <p:cNvPr id="96" name="Google Shape;96;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97" name="Google Shape;97;p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1" name="Shape 101"/>
        <p:cNvGrpSpPr/>
        <p:nvPr/>
      </p:nvGrpSpPr>
      <p:grpSpPr>
        <a:xfrm>
          <a:off x="0" y="0"/>
          <a:ext cx="0" cy="0"/>
          <a:chOff x="0" y="0"/>
          <a:chExt cx="0" cy="0"/>
        </a:xfrm>
      </p:grpSpPr>
      <p:sp>
        <p:nvSpPr>
          <p:cNvPr id="102" name="Google Shape;102;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03" name="Google Shape;103;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g33a71747f64_0_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0" name="Google Shape;110;g33a71747f64_0_9: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 name="Shape 114"/>
        <p:cNvGrpSpPr/>
        <p:nvPr/>
      </p:nvGrpSpPr>
      <p:grpSpPr>
        <a:xfrm>
          <a:off x="0" y="0"/>
          <a:ext cx="0" cy="0"/>
          <a:chOff x="0" y="0"/>
          <a:chExt cx="0" cy="0"/>
        </a:xfrm>
      </p:grpSpPr>
      <p:sp>
        <p:nvSpPr>
          <p:cNvPr id="115" name="Google Shape;115;g33a71747f64_0_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6" name="Google Shape;116;g33a71747f64_0_22: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g33a71747f64_0_3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22" name="Google Shape;122;g33a71747f64_0_32: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g33a71747f64_0_4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2" name="Google Shape;132;g33a71747f64_0_44: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 name="Shape 136"/>
        <p:cNvGrpSpPr/>
        <p:nvPr/>
      </p:nvGrpSpPr>
      <p:grpSpPr>
        <a:xfrm>
          <a:off x="0" y="0"/>
          <a:ext cx="0" cy="0"/>
          <a:chOff x="0" y="0"/>
          <a:chExt cx="0" cy="0"/>
        </a:xfrm>
      </p:grpSpPr>
      <p:sp>
        <p:nvSpPr>
          <p:cNvPr id="137" name="Google Shape;137;g3321b4c01d9_0_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8" name="Google Shape;138;g3321b4c01d9_0_0: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2" name="Shape 142"/>
        <p:cNvGrpSpPr/>
        <p:nvPr/>
      </p:nvGrpSpPr>
      <p:grpSpPr>
        <a:xfrm>
          <a:off x="0" y="0"/>
          <a:ext cx="0" cy="0"/>
          <a:chOff x="0" y="0"/>
          <a:chExt cx="0" cy="0"/>
        </a:xfrm>
      </p:grpSpPr>
      <p:sp>
        <p:nvSpPr>
          <p:cNvPr id="143" name="Google Shape;143;g3310e123f44_0_1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4" name="Google Shape;144;g3310e123f44_0_13: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8" name="Shape 148"/>
        <p:cNvGrpSpPr/>
        <p:nvPr/>
      </p:nvGrpSpPr>
      <p:grpSpPr>
        <a:xfrm>
          <a:off x="0" y="0"/>
          <a:ext cx="0" cy="0"/>
          <a:chOff x="0" y="0"/>
          <a:chExt cx="0" cy="0"/>
        </a:xfrm>
      </p:grpSpPr>
      <p:sp>
        <p:nvSpPr>
          <p:cNvPr id="149" name="Google Shape;149;g3310e123f44_0_3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50" name="Google Shape;150;g3310e123f44_0_33: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g3310e123f44_0_3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57" name="Google Shape;157;g3310e123f44_0_39: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g3310e123f44_0_4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4" name="Google Shape;174;g3310e123f44_0_45: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8" name="Shape 178"/>
        <p:cNvGrpSpPr/>
        <p:nvPr/>
      </p:nvGrpSpPr>
      <p:grpSpPr>
        <a:xfrm>
          <a:off x="0" y="0"/>
          <a:ext cx="0" cy="0"/>
          <a:chOff x="0" y="0"/>
          <a:chExt cx="0" cy="0"/>
        </a:xfrm>
      </p:grpSpPr>
      <p:sp>
        <p:nvSpPr>
          <p:cNvPr id="179" name="Google Shape;179;g3310e123f44_0_5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80" name="Google Shape;180;g3310e123f44_0_51: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4" name="Shape 184"/>
        <p:cNvGrpSpPr/>
        <p:nvPr/>
      </p:nvGrpSpPr>
      <p:grpSpPr>
        <a:xfrm>
          <a:off x="0" y="0"/>
          <a:ext cx="0" cy="0"/>
          <a:chOff x="0" y="0"/>
          <a:chExt cx="0" cy="0"/>
        </a:xfrm>
      </p:grpSpPr>
      <p:sp>
        <p:nvSpPr>
          <p:cNvPr id="185" name="Google Shape;185;g33a71747f64_0_7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86" name="Google Shape;186;g33a71747f64_0_70: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0" name="Shape 190"/>
        <p:cNvGrpSpPr/>
        <p:nvPr/>
      </p:nvGrpSpPr>
      <p:grpSpPr>
        <a:xfrm>
          <a:off x="0" y="0"/>
          <a:ext cx="0" cy="0"/>
          <a:chOff x="0" y="0"/>
          <a:chExt cx="0" cy="0"/>
        </a:xfrm>
      </p:grpSpPr>
      <p:sp>
        <p:nvSpPr>
          <p:cNvPr id="191" name="Google Shape;191;g3310e123f44_0_5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92" name="Google Shape;192;g3310e123f44_0_5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g3310e123f44_0_9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08" name="Google Shape;208;g3310e123f44_0_95: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g3310e123f44_0_9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08" name="Google Shape;208;g3310e123f44_0_95: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g3310e123f44_0_9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08" name="Google Shape;208;g3310e123f44_0_95: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g3310e123f44_0_9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08" name="Google Shape;208;g3310e123f44_0_95: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g3310e123f44_0_9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08" name="Google Shape;208;g3310e123f44_0_95: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g3310e123f44_0_9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08" name="Google Shape;208;g3310e123f44_0_95: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g3310e123f44_0_9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08" name="Google Shape;208;g3310e123f44_0_95: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4" name="Shape 254"/>
        <p:cNvGrpSpPr/>
        <p:nvPr/>
      </p:nvGrpSpPr>
      <p:grpSpPr>
        <a:xfrm>
          <a:off x="0" y="0"/>
          <a:ext cx="0" cy="0"/>
          <a:chOff x="0" y="0"/>
          <a:chExt cx="0" cy="0"/>
        </a:xfrm>
      </p:grpSpPr>
      <p:sp>
        <p:nvSpPr>
          <p:cNvPr id="255" name="Google Shape;255;g3310e123f44_0_9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56" name="Google Shape;256;g3310e123f44_0_99: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0" name="Shape 260"/>
        <p:cNvGrpSpPr/>
        <p:nvPr/>
      </p:nvGrpSpPr>
      <p:grpSpPr>
        <a:xfrm>
          <a:off x="0" y="0"/>
          <a:ext cx="0" cy="0"/>
          <a:chOff x="0" y="0"/>
          <a:chExt cx="0" cy="0"/>
        </a:xfrm>
      </p:grpSpPr>
      <p:sp>
        <p:nvSpPr>
          <p:cNvPr id="261" name="Google Shape;261;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62" name="Google Shape;262;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 name="Shape 11"/>
        <p:cNvGrpSpPr/>
        <p:nvPr/>
      </p:nvGrpSpPr>
      <p:grpSpPr>
        <a:xfrm>
          <a:off x="0" y="0"/>
          <a:ext cx="0" cy="0"/>
          <a:chOff x="0" y="0"/>
          <a:chExt cx="0" cy="0"/>
        </a:xfrm>
      </p:grpSpPr>
      <p:sp>
        <p:nvSpPr>
          <p:cNvPr id="12" name="Google Shape;12;p7"/>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7"/>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7" name="Shape 17"/>
        <p:cNvGrpSpPr/>
        <p:nvPr/>
      </p:nvGrpSpPr>
      <p:grpSpPr>
        <a:xfrm>
          <a:off x="0" y="0"/>
          <a:ext cx="0" cy="0"/>
          <a:chOff x="0" y="0"/>
          <a:chExt cx="0" cy="0"/>
        </a:xfrm>
      </p:grpSpPr>
      <p:sp>
        <p:nvSpPr>
          <p:cNvPr id="18" name="Google Shape;18;p8"/>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3" name="Shape 23"/>
        <p:cNvGrpSpPr/>
        <p:nvPr/>
      </p:nvGrpSpPr>
      <p:grpSpPr>
        <a:xfrm>
          <a:off x="0" y="0"/>
          <a:ext cx="0" cy="0"/>
          <a:chOff x="0" y="0"/>
          <a:chExt cx="0" cy="0"/>
        </a:xfrm>
      </p:grpSpPr>
      <p:sp>
        <p:nvSpPr>
          <p:cNvPr id="24" name="Google Shape;24;p9"/>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9"/>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9" name="Shape 29"/>
        <p:cNvGrpSpPr/>
        <p:nvPr/>
      </p:nvGrpSpPr>
      <p:grpSpPr>
        <a:xfrm>
          <a:off x="0" y="0"/>
          <a:ext cx="0" cy="0"/>
          <a:chOff x="0" y="0"/>
          <a:chExt cx="0" cy="0"/>
        </a:xfrm>
      </p:grpSpPr>
      <p:sp>
        <p:nvSpPr>
          <p:cNvPr id="30" name="Google Shape;30;p10"/>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10"/>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1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6" name="Shape 36"/>
        <p:cNvGrpSpPr/>
        <p:nvPr/>
      </p:nvGrpSpPr>
      <p:grpSpPr>
        <a:xfrm>
          <a:off x="0" y="0"/>
          <a:ext cx="0" cy="0"/>
          <a:chOff x="0" y="0"/>
          <a:chExt cx="0" cy="0"/>
        </a:xfrm>
      </p:grpSpPr>
      <p:sp>
        <p:nvSpPr>
          <p:cNvPr id="37" name="Google Shape;37;p11"/>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1"/>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11"/>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11"/>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11"/>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1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5" name="Shape 45"/>
        <p:cNvGrpSpPr/>
        <p:nvPr/>
      </p:nvGrpSpPr>
      <p:grpSpPr>
        <a:xfrm>
          <a:off x="0" y="0"/>
          <a:ext cx="0" cy="0"/>
          <a:chOff x="0" y="0"/>
          <a:chExt cx="0" cy="0"/>
        </a:xfrm>
      </p:grpSpPr>
      <p:sp>
        <p:nvSpPr>
          <p:cNvPr id="46" name="Google Shape;46;p12"/>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0" name="Shape 50"/>
        <p:cNvGrpSpPr/>
        <p:nvPr/>
      </p:nvGrpSpPr>
      <p:grpSpPr>
        <a:xfrm>
          <a:off x="0" y="0"/>
          <a:ext cx="0" cy="0"/>
          <a:chOff x="0" y="0"/>
          <a:chExt cx="0" cy="0"/>
        </a:xfrm>
      </p:grpSpPr>
      <p:sp>
        <p:nvSpPr>
          <p:cNvPr id="51" name="Google Shape;51;p1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14"/>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4"/>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14"/>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1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5"/>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5"/>
          <p:cNvSpPr/>
          <p:nvPr>
            <p:ph type="pic" idx="2"/>
          </p:nvPr>
        </p:nvSpPr>
        <p:spPr>
          <a:xfrm>
            <a:off x="5183188" y="987425"/>
            <a:ext cx="6172200" cy="4873625"/>
          </a:xfrm>
          <a:prstGeom prst="rect">
            <a:avLst/>
          </a:prstGeom>
          <a:noFill/>
          <a:ln>
            <a:noFill/>
          </a:ln>
        </p:spPr>
      </p:sp>
      <p:sp>
        <p:nvSpPr>
          <p:cNvPr id="64" name="Google Shape;64;p15"/>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1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6"/>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6"/>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1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7"/>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7"/>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1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6"/>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7" name="Google Shape;7;p6"/>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18.jpeg"/><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9.xml"/><Relationship Id="rId4" Type="http://schemas.openxmlformats.org/officeDocument/2006/relationships/image" Target="../media/image21.jpeg"/><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image" Target="../media/image24.jpeg"/><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9.xml"/><Relationship Id="rId4" Type="http://schemas.openxmlformats.org/officeDocument/2006/relationships/image" Target="../media/image27.jpeg"/><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2.xml"/><Relationship Id="rId4" Type="http://schemas.openxmlformats.org/officeDocument/2006/relationships/image" Target="../media/image30.jpeg"/><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image" Target="../media/image33.jpeg"/><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2.xml"/><Relationship Id="rId4" Type="http://schemas.openxmlformats.org/officeDocument/2006/relationships/image" Target="../media/image36.jpeg"/><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37.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83"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87" name="Shape 87"/>
        <p:cNvGrpSpPr/>
        <p:nvPr/>
      </p:nvGrpSpPr>
      <p:grpSpPr>
        <a:xfrm>
          <a:off x="0" y="0"/>
          <a:ext cx="0" cy="0"/>
          <a:chOff x="0" y="0"/>
          <a:chExt cx="0" cy="0"/>
        </a:xfrm>
      </p:grpSpPr>
      <p:sp>
        <p:nvSpPr>
          <p:cNvPr id="88" name="Google Shape;88;p2"/>
          <p:cNvSpPr txBox="1"/>
          <p:nvPr/>
        </p:nvSpPr>
        <p:spPr>
          <a:xfrm>
            <a:off x="3102949" y="3469531"/>
            <a:ext cx="66780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1">
                <a:solidFill>
                  <a:schemeClr val="dk1"/>
                </a:solidFill>
                <a:latin typeface="Proxima Nova" panose="02000506030000020004"/>
                <a:ea typeface="Proxima Nova" panose="02000506030000020004"/>
                <a:cs typeface="Proxima Nova" panose="02000506030000020004"/>
                <a:sym typeface="Proxima Nova" panose="02000506030000020004"/>
              </a:rPr>
              <a:t>Meet Khanesha (92100103180)(TC1)</a:t>
            </a:r>
            <a:endParaRPr sz="1800" b="1">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
        <p:nvSpPr>
          <p:cNvPr id="89" name="Google Shape;89;p2"/>
          <p:cNvSpPr txBox="1"/>
          <p:nvPr/>
        </p:nvSpPr>
        <p:spPr>
          <a:xfrm>
            <a:off x="2844024" y="2548333"/>
            <a:ext cx="7195800" cy="795300"/>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800"/>
              <a:buFont typeface="Proxima Nova" panose="02000506030000020004"/>
              <a:buNone/>
            </a:pPr>
            <a:r>
              <a:rPr lang="en-US" sz="2800">
                <a:solidFill>
                  <a:srgbClr val="04A2B9"/>
                </a:solidFill>
                <a:latin typeface="Proxima Nova" panose="02000506030000020004"/>
                <a:ea typeface="Proxima Nova" panose="02000506030000020004"/>
                <a:cs typeface="Proxima Nova" panose="02000506030000020004"/>
                <a:sym typeface="Proxima Nova" panose="02000506030000020004"/>
              </a:rPr>
              <a:t>Hospital Management System</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t>Team ID: </a:t>
            </a:r>
            <a:r>
              <a:rPr lang="en-US" sz="2200">
                <a:solidFill>
                  <a:srgbClr val="04A2B9"/>
                </a:solidFill>
                <a:latin typeface="Proxima Nova" panose="02000506030000020004"/>
                <a:ea typeface="Proxima Nova" panose="02000506030000020004"/>
                <a:cs typeface="Proxima Nova" panose="02000506030000020004"/>
                <a:sym typeface="Proxima Nova" panose="02000506030000020004"/>
              </a:rPr>
              <a:t>8CE_INT026</a:t>
            </a:r>
            <a:endParaRPr sz="2200" b="0" i="0" u="none" strike="noStrike" cap="none">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
        <p:nvSpPr>
          <p:cNvPr id="90" name="Google Shape;90;p2"/>
          <p:cNvSpPr txBox="1"/>
          <p:nvPr/>
        </p:nvSpPr>
        <p:spPr>
          <a:xfrm>
            <a:off x="5459856" y="4351367"/>
            <a:ext cx="12723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595959"/>
                </a:solidFill>
                <a:latin typeface="Proxima Nova" panose="02000506030000020004"/>
                <a:ea typeface="Proxima Nova" panose="02000506030000020004"/>
                <a:cs typeface="Proxima Nova" panose="02000506030000020004"/>
                <a:sym typeface="Proxima Nova" panose="02000506030000020004"/>
              </a:rPr>
              <a:t>Guided By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 name="Google Shape;91;p2"/>
          <p:cNvSpPr txBox="1"/>
          <p:nvPr/>
        </p:nvSpPr>
        <p:spPr>
          <a:xfrm>
            <a:off x="3193922" y="4897325"/>
            <a:ext cx="71958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Proxima Nova" panose="02000506030000020004"/>
                <a:ea typeface="Proxima Nova" panose="02000506030000020004"/>
                <a:cs typeface="Proxima Nova" panose="02000506030000020004"/>
                <a:sym typeface="Proxima Nova" panose="02000506030000020004"/>
              </a:rPr>
              <a:t>Internal Guide Name: Prof.Dhara joshi</a:t>
            </a:r>
            <a:endParaRPr lang="en-US" sz="1800" b="0" i="0" u="none" strike="noStrike" cap="none">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FF0000"/>
                </a:solidFill>
                <a:latin typeface="Proxima Nova" panose="02000506030000020004"/>
                <a:ea typeface="Proxima Nova" panose="02000506030000020004"/>
                <a:cs typeface="Proxima Nova" panose="02000506030000020004"/>
                <a:sym typeface="Proxima Nova" panose="02000506030000020004"/>
              </a:rPr>
              <a:t>External Guide Name</a:t>
            </a:r>
            <a:r>
              <a:rPr lang="en-US" sz="1800" b="0" i="0" u="none" strike="noStrike" cap="none">
                <a:solidFill>
                  <a:schemeClr val="dk1"/>
                </a:solidFill>
                <a:latin typeface="Proxima Nova" panose="02000506030000020004"/>
                <a:ea typeface="Proxima Nova" panose="02000506030000020004"/>
                <a:cs typeface="Proxima Nova" panose="02000506030000020004"/>
                <a:sym typeface="Proxima Nova" panose="02000506030000020004"/>
              </a:rPr>
              <a:t>: </a:t>
            </a:r>
            <a:r>
              <a:rPr lang="en-US" sz="1800">
                <a:solidFill>
                  <a:schemeClr val="dk1"/>
                </a:solidFill>
                <a:latin typeface="Proxima Nova" panose="02000506030000020004"/>
                <a:ea typeface="Proxima Nova" panose="02000506030000020004"/>
                <a:cs typeface="Proxima Nova" panose="02000506030000020004"/>
                <a:sym typeface="Proxima Nova" panose="02000506030000020004"/>
              </a:rPr>
              <a:t>Dipali Dhandhukiya</a:t>
            </a:r>
            <a:endParaRPr sz="18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
        <p:nvSpPr>
          <p:cNvPr id="92" name="Google Shape;92;p2"/>
          <p:cNvSpPr txBox="1"/>
          <p:nvPr/>
        </p:nvSpPr>
        <p:spPr>
          <a:xfrm>
            <a:off x="3193926" y="5441197"/>
            <a:ext cx="3023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 name="Google Shape;93;p2"/>
          <p:cNvSpPr txBox="1"/>
          <p:nvPr/>
        </p:nvSpPr>
        <p:spPr>
          <a:xfrm>
            <a:off x="2965333" y="1717687"/>
            <a:ext cx="6504000" cy="702900"/>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panose="02000506030000020004"/>
              <a:buNone/>
            </a:pPr>
            <a:r>
              <a:rPr lang="en-US" sz="22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t>Major Project-II (01CE0807)</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t>Review 1 (</a:t>
            </a:r>
            <a:r>
              <a:rPr lang="en-US" sz="2200">
                <a:solidFill>
                  <a:srgbClr val="04A2B9"/>
                </a:solidFill>
                <a:latin typeface="Proxima Nova" panose="02000506030000020004"/>
                <a:ea typeface="Proxima Nova" panose="02000506030000020004"/>
                <a:cs typeface="Proxima Nova" panose="02000506030000020004"/>
                <a:sym typeface="Proxima Nova" panose="02000506030000020004"/>
              </a:rPr>
              <a:t>01</a:t>
            </a:r>
            <a:r>
              <a:rPr lang="en-US" sz="22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t>/</a:t>
            </a:r>
            <a:r>
              <a:rPr lang="en-US" sz="2200">
                <a:solidFill>
                  <a:srgbClr val="04A2B9"/>
                </a:solidFill>
                <a:latin typeface="Proxima Nova" panose="02000506030000020004"/>
                <a:ea typeface="Proxima Nova" panose="02000506030000020004"/>
                <a:cs typeface="Proxima Nova" panose="02000506030000020004"/>
                <a:sym typeface="Proxima Nova" panose="02000506030000020004"/>
              </a:rPr>
              <a:t>03</a:t>
            </a:r>
            <a:r>
              <a:rPr lang="en-US" sz="22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t>/</a:t>
            </a:r>
            <a:r>
              <a:rPr lang="en-US" sz="2200">
                <a:solidFill>
                  <a:srgbClr val="04A2B9"/>
                </a:solidFill>
                <a:latin typeface="Proxima Nova" panose="02000506030000020004"/>
                <a:ea typeface="Proxima Nova" panose="02000506030000020004"/>
                <a:cs typeface="Proxima Nova" panose="02000506030000020004"/>
                <a:sym typeface="Proxima Nova" panose="02000506030000020004"/>
              </a:rPr>
              <a:t>2025</a:t>
            </a:r>
            <a:r>
              <a:rPr lang="en-US" sz="22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t>)</a:t>
            </a:r>
            <a:endParaRPr sz="2200" b="0" i="0" u="none" strike="noStrike" cap="none">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
        <p:nvSpPr>
          <p:cNvPr id="94" name="Google Shape;94;p2"/>
          <p:cNvSpPr txBox="1"/>
          <p:nvPr/>
        </p:nvSpPr>
        <p:spPr>
          <a:xfrm>
            <a:off x="2293191" y="5643518"/>
            <a:ext cx="8297381" cy="936154"/>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panose="02000506030000020004"/>
              <a:buNone/>
            </a:pPr>
            <a:r>
              <a:rPr lang="en-US" sz="24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t>Department of Computer Engineering,</a:t>
            </a:r>
            <a:br>
              <a:rPr lang="en-US" sz="24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br>
            <a:r>
              <a:rPr lang="en-US" sz="24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t>Faculty of Engineering &amp; Technology</a:t>
            </a:r>
            <a:r>
              <a:rPr lang="en-US" sz="36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t> </a:t>
            </a:r>
            <a:endParaRPr sz="3600" b="0" i="0" u="none" strike="noStrike" cap="none">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98" name="Shape 98"/>
        <p:cNvGrpSpPr/>
        <p:nvPr/>
      </p:nvGrpSpPr>
      <p:grpSpPr>
        <a:xfrm>
          <a:off x="0" y="0"/>
          <a:ext cx="0" cy="0"/>
          <a:chOff x="0" y="0"/>
          <a:chExt cx="0" cy="0"/>
        </a:xfrm>
      </p:grpSpPr>
      <p:sp>
        <p:nvSpPr>
          <p:cNvPr id="99" name="Google Shape;99;p3"/>
          <p:cNvSpPr txBox="1"/>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400">
                <a:solidFill>
                  <a:srgbClr val="04A2B9"/>
                </a:solidFill>
                <a:latin typeface="Proxima Nova" panose="02000506030000020004"/>
                <a:ea typeface="Proxima Nova" panose="02000506030000020004"/>
                <a:cs typeface="Proxima Nova" panose="02000506030000020004"/>
                <a:sym typeface="Proxima Nova" panose="02000506030000020004"/>
              </a:rPr>
              <a:t>Outline</a:t>
            </a:r>
            <a:endParaRPr sz="2400">
              <a:latin typeface="Proxima Nova" panose="02000506030000020004"/>
              <a:ea typeface="Proxima Nova" panose="02000506030000020004"/>
              <a:cs typeface="Proxima Nova" panose="02000506030000020004"/>
              <a:sym typeface="Proxima Nova" panose="02000506030000020004"/>
            </a:endParaRPr>
          </a:p>
        </p:txBody>
      </p:sp>
      <p:sp>
        <p:nvSpPr>
          <p:cNvPr id="100" name="Google Shape;100;p3"/>
          <p:cNvSpPr txBox="1"/>
          <p:nvPr/>
        </p:nvSpPr>
        <p:spPr>
          <a:xfrm>
            <a:off x="583900" y="1019150"/>
            <a:ext cx="10491600" cy="5586000"/>
          </a:xfrm>
          <a:prstGeom prst="rect">
            <a:avLst/>
          </a:prstGeom>
          <a:noFill/>
          <a:ln>
            <a:noFill/>
          </a:ln>
        </p:spPr>
        <p:txBody>
          <a:bodyPr spcFirstLastPara="1" wrap="square" lIns="91425" tIns="91425" rIns="91425" bIns="91425" anchor="t" anchorCtr="0">
            <a:spAutoFit/>
          </a:bodyPr>
          <a:lstStyle/>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Overview of the company</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Overview of Different Units</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Achievements</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Contact Info</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Introduction</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Abstract</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System Analysis</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Project Flowchart</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Database</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ER Diagrams</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Use case diagrams</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Tools &amp; Technology </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UI Design</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68300" algn="l" rtl="0">
              <a:lnSpc>
                <a:spcPct val="115000"/>
              </a:lnSpc>
              <a:spcBef>
                <a:spcPts val="0"/>
              </a:spcBef>
              <a:spcAft>
                <a:spcPts val="0"/>
              </a:spcAft>
              <a:buClr>
                <a:schemeClr val="dk1"/>
              </a:buClr>
              <a:buSzPts val="2200"/>
              <a:buFont typeface="Proxima Nova" panose="02000506030000020004"/>
              <a:buChar char="●"/>
            </a:pPr>
            <a:r>
              <a:rPr lang="en-US" sz="2200">
                <a:solidFill>
                  <a:schemeClr val="dk1"/>
                </a:solidFill>
                <a:latin typeface="Proxima Nova" panose="02000506030000020004"/>
                <a:ea typeface="Proxima Nova" panose="02000506030000020004"/>
                <a:cs typeface="Proxima Nova" panose="02000506030000020004"/>
                <a:sym typeface="Proxima Nova" panose="02000506030000020004"/>
              </a:rPr>
              <a:t>Expected Outcomes</a:t>
            </a: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04" name="Shape 104"/>
        <p:cNvGrpSpPr/>
        <p:nvPr/>
      </p:nvGrpSpPr>
      <p:grpSpPr>
        <a:xfrm>
          <a:off x="0" y="0"/>
          <a:ext cx="0" cy="0"/>
          <a:chOff x="0" y="0"/>
          <a:chExt cx="0" cy="0"/>
        </a:xfrm>
      </p:grpSpPr>
      <p:sp>
        <p:nvSpPr>
          <p:cNvPr id="105" name="Google Shape;105;p4"/>
          <p:cNvSpPr txBox="1"/>
          <p:nvPr>
            <p:ph type="title"/>
          </p:nvPr>
        </p:nvSpPr>
        <p:spPr>
          <a:xfrm>
            <a:off x="534239" y="309550"/>
            <a:ext cx="5105700" cy="1675200"/>
          </a:xfrm>
          <a:prstGeom prst="rect">
            <a:avLst/>
          </a:prstGeom>
          <a:noFill/>
          <a:ln>
            <a:noFill/>
          </a:ln>
        </p:spPr>
        <p:txBody>
          <a:bodyPr spcFirstLastPara="1" wrap="square" lIns="0" tIns="12700" rIns="0" bIns="0" anchor="ctr" anchorCtr="0">
            <a:sp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sz="2800">
                <a:solidFill>
                  <a:srgbClr val="04A2B9"/>
                </a:solidFill>
                <a:latin typeface="Proxima Nova" panose="02000506030000020004"/>
                <a:ea typeface="Proxima Nova" panose="02000506030000020004"/>
                <a:cs typeface="Proxima Nova" panose="02000506030000020004"/>
                <a:sym typeface="Proxima Nova" panose="02000506030000020004"/>
              </a:rPr>
              <a:t>Overview of the Company</a:t>
            </a:r>
            <a:endParaRPr sz="2800">
              <a:solidFill>
                <a:srgbClr val="04A2B9"/>
              </a:solidFill>
              <a:latin typeface="Proxima Nova" panose="02000506030000020004"/>
              <a:ea typeface="Proxima Nova" panose="02000506030000020004"/>
              <a:cs typeface="Proxima Nova" panose="02000506030000020004"/>
              <a:sym typeface="Proxima Nova" panose="02000506030000020004"/>
            </a:endParaRPr>
          </a:p>
          <a:p>
            <a:pPr marL="0" lvl="0" indent="0" algn="l" rtl="0">
              <a:lnSpc>
                <a:spcPct val="100000"/>
              </a:lnSpc>
              <a:spcBef>
                <a:spcPts val="0"/>
              </a:spcBef>
              <a:spcAft>
                <a:spcPts val="0"/>
              </a:spcAft>
              <a:buClr>
                <a:schemeClr val="dk1"/>
              </a:buClr>
              <a:buSzPts val="1100"/>
              <a:buFont typeface="Arial" panose="020B0604020202020204"/>
              <a:buNone/>
            </a:pPr>
            <a:endParaRPr sz="2800">
              <a:solidFill>
                <a:srgbClr val="04A2B9"/>
              </a:solidFill>
              <a:latin typeface="Proxima Nova" panose="02000506030000020004"/>
              <a:ea typeface="Proxima Nova" panose="02000506030000020004"/>
              <a:cs typeface="Proxima Nova" panose="02000506030000020004"/>
              <a:sym typeface="Proxima Nova" panose="02000506030000020004"/>
            </a:endParaRPr>
          </a:p>
          <a:p>
            <a:pPr marL="0" lvl="0" indent="0" algn="l" rtl="0">
              <a:lnSpc>
                <a:spcPct val="100000"/>
              </a:lnSpc>
              <a:spcBef>
                <a:spcPts val="0"/>
              </a:spcBef>
              <a:spcAft>
                <a:spcPts val="0"/>
              </a:spcAft>
              <a:buClr>
                <a:srgbClr val="04A2B9"/>
              </a:buClr>
              <a:buSzPts val="2400"/>
              <a:buFont typeface="Proxima Nova" panose="02000506030000020004"/>
              <a:buNone/>
            </a:pPr>
            <a:endParaRPr sz="2800">
              <a:solidFill>
                <a:srgbClr val="04A2B9"/>
              </a:solidFill>
              <a:latin typeface="Proxima Nova" panose="02000506030000020004"/>
              <a:ea typeface="Proxima Nova" panose="02000506030000020004"/>
              <a:cs typeface="Proxima Nova" panose="02000506030000020004"/>
              <a:sym typeface="Proxima Nova" panose="02000506030000020004"/>
            </a:endParaRPr>
          </a:p>
          <a:p>
            <a:pPr marL="12700" lvl="0" indent="0" algn="l" rtl="0">
              <a:lnSpc>
                <a:spcPct val="100000"/>
              </a:lnSpc>
              <a:spcBef>
                <a:spcPts val="0"/>
              </a:spcBef>
              <a:spcAft>
                <a:spcPts val="0"/>
              </a:spcAft>
              <a:buClr>
                <a:srgbClr val="04A2B9"/>
              </a:buClr>
              <a:buSzPts val="2400"/>
              <a:buFont typeface="Proxima Nova" panose="02000506030000020004"/>
              <a:buNone/>
            </a:pPr>
            <a:endParaRPr sz="240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06" name="Google Shape;106;p4"/>
          <p:cNvSpPr txBox="1"/>
          <p:nvPr/>
        </p:nvSpPr>
        <p:spPr>
          <a:xfrm>
            <a:off x="793125" y="2629725"/>
            <a:ext cx="10696200" cy="3901800"/>
          </a:xfrm>
          <a:prstGeom prst="rect">
            <a:avLst/>
          </a:prstGeom>
          <a:noFill/>
          <a:ln>
            <a:noFill/>
          </a:ln>
        </p:spPr>
        <p:txBody>
          <a:bodyPr spcFirstLastPara="1" wrap="square" lIns="91425" tIns="91425" rIns="91425" bIns="91425" anchor="t" anchorCtr="0">
            <a:spAutoFit/>
          </a:bodyPr>
          <a:lstStyle/>
          <a:p>
            <a:pPr marL="457200" lvl="0" indent="-374650" algn="l" rtl="0">
              <a:lnSpc>
                <a:spcPct val="115000"/>
              </a:lnSpc>
              <a:spcBef>
                <a:spcPts val="1000"/>
              </a:spcBef>
              <a:spcAft>
                <a:spcPts val="0"/>
              </a:spcAft>
              <a:buClr>
                <a:schemeClr val="dk1"/>
              </a:buClr>
              <a:buSzPts val="2300"/>
              <a:buChar char="●"/>
            </a:pPr>
            <a:r>
              <a:rPr lang="en-US" sz="2300">
                <a:solidFill>
                  <a:schemeClr val="dk1"/>
                </a:solidFill>
              </a:rPr>
              <a:t>BitCoding Solutions, based in Surat, has been a leader in Web Development, App Development, AI/ML, and IT services since 2018.</a:t>
            </a:r>
            <a:endParaRPr sz="2300">
              <a:solidFill>
                <a:schemeClr val="dk1"/>
              </a:solidFill>
            </a:endParaRPr>
          </a:p>
          <a:p>
            <a:pPr marL="457200" lvl="0" indent="-374650" algn="l" rtl="0">
              <a:lnSpc>
                <a:spcPct val="115000"/>
              </a:lnSpc>
              <a:spcBef>
                <a:spcPts val="1000"/>
              </a:spcBef>
              <a:spcAft>
                <a:spcPts val="0"/>
              </a:spcAft>
              <a:buClr>
                <a:schemeClr val="dk1"/>
              </a:buClr>
              <a:buSzPts val="2300"/>
              <a:buChar char="●"/>
            </a:pPr>
            <a:r>
              <a:rPr lang="en-US" sz="2300">
                <a:solidFill>
                  <a:schemeClr val="dk1"/>
                </a:solidFill>
              </a:rPr>
              <a:t> We work with top companies and always deliver beyond our clients' expectations.</a:t>
            </a:r>
            <a:endParaRPr sz="2300">
              <a:solidFill>
                <a:schemeClr val="dk1"/>
              </a:solidFill>
            </a:endParaRPr>
          </a:p>
          <a:p>
            <a:pPr marL="457200" lvl="0" indent="-374650" algn="l" rtl="0">
              <a:lnSpc>
                <a:spcPct val="115000"/>
              </a:lnSpc>
              <a:spcBef>
                <a:spcPts val="1000"/>
              </a:spcBef>
              <a:spcAft>
                <a:spcPts val="0"/>
              </a:spcAft>
              <a:buClr>
                <a:schemeClr val="dk1"/>
              </a:buClr>
              <a:buSzPts val="2300"/>
              <a:buChar char="●"/>
            </a:pPr>
            <a:r>
              <a:rPr lang="en-US" sz="2300">
                <a:solidFill>
                  <a:schemeClr val="dk1"/>
                </a:solidFill>
              </a:rPr>
              <a:t>BitCoding Solutions was founded by Tushar Kachhadiya.</a:t>
            </a:r>
            <a:endParaRPr sz="2300">
              <a:solidFill>
                <a:schemeClr val="dk1"/>
              </a:solidFill>
            </a:endParaRPr>
          </a:p>
          <a:p>
            <a:pPr marL="457200" lvl="0" indent="-374650" algn="l" rtl="0">
              <a:lnSpc>
                <a:spcPct val="115000"/>
              </a:lnSpc>
              <a:spcBef>
                <a:spcPts val="1000"/>
              </a:spcBef>
              <a:spcAft>
                <a:spcPts val="0"/>
              </a:spcAft>
              <a:buClr>
                <a:schemeClr val="dk1"/>
              </a:buClr>
              <a:buSzPts val="2300"/>
              <a:buChar char="●"/>
            </a:pPr>
            <a:r>
              <a:rPr lang="en-US" sz="2300">
                <a:solidFill>
                  <a:schemeClr val="dk1"/>
                </a:solidFill>
              </a:rPr>
              <a:t>It is your trusted partner for innovative digital solutions, delivering excellent services for all businesses.</a:t>
            </a:r>
            <a:endParaRPr sz="2300">
              <a:solidFill>
                <a:schemeClr val="dk1"/>
              </a:solidFill>
            </a:endParaRPr>
          </a:p>
          <a:p>
            <a:pPr marL="0" lvl="0" indent="0" algn="l" rtl="0">
              <a:lnSpc>
                <a:spcPct val="115000"/>
              </a:lnSpc>
              <a:spcBef>
                <a:spcPts val="1000"/>
              </a:spcBef>
              <a:spcAft>
                <a:spcPts val="1000"/>
              </a:spcAft>
              <a:buNone/>
            </a:pPr>
            <a:endParaRPr sz="2300">
              <a:solidFill>
                <a:schemeClr val="dk1"/>
              </a:solidFill>
            </a:endParaRPr>
          </a:p>
        </p:txBody>
      </p:sp>
      <p:pic>
        <p:nvPicPr>
          <p:cNvPr id="107" name="Google Shape;107;p4"/>
          <p:cNvPicPr preferRelativeResize="0"/>
          <p:nvPr/>
        </p:nvPicPr>
        <p:blipFill>
          <a:blip r:embed="rId2"/>
          <a:stretch>
            <a:fillRect/>
          </a:stretch>
        </p:blipFill>
        <p:spPr>
          <a:xfrm>
            <a:off x="4429275" y="1425825"/>
            <a:ext cx="3130576" cy="855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11" name="Shape 111"/>
        <p:cNvGrpSpPr/>
        <p:nvPr/>
      </p:nvGrpSpPr>
      <p:grpSpPr>
        <a:xfrm>
          <a:off x="0" y="0"/>
          <a:ext cx="0" cy="0"/>
          <a:chOff x="0" y="0"/>
          <a:chExt cx="0" cy="0"/>
        </a:xfrm>
      </p:grpSpPr>
      <p:sp>
        <p:nvSpPr>
          <p:cNvPr id="112" name="Google Shape;112;g33a71747f64_0_9"/>
          <p:cNvSpPr txBox="1"/>
          <p:nvPr>
            <p:ph type="title"/>
          </p:nvPr>
        </p:nvSpPr>
        <p:spPr>
          <a:xfrm>
            <a:off x="534239" y="309550"/>
            <a:ext cx="5105700" cy="443700"/>
          </a:xfrm>
          <a:prstGeom prst="rect">
            <a:avLst/>
          </a:prstGeom>
          <a:noFill/>
          <a:ln>
            <a:noFill/>
          </a:ln>
        </p:spPr>
        <p:txBody>
          <a:bodyPr spcFirstLastPara="1" wrap="square" lIns="0" tIns="12700" rIns="0" bIns="0" anchor="ctr" anchorCtr="0">
            <a:sp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sz="2800">
                <a:solidFill>
                  <a:srgbClr val="04A2B9"/>
                </a:solidFill>
                <a:latin typeface="Proxima Nova" panose="02000506030000020004"/>
                <a:ea typeface="Proxima Nova" panose="02000506030000020004"/>
                <a:cs typeface="Proxima Nova" panose="02000506030000020004"/>
                <a:sym typeface="Proxima Nova" panose="02000506030000020004"/>
              </a:rPr>
              <a:t>Overview of the Company</a:t>
            </a:r>
            <a:endParaRPr sz="240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13" name="Google Shape;113;g33a71747f64_0_9"/>
          <p:cNvSpPr txBox="1"/>
          <p:nvPr/>
        </p:nvSpPr>
        <p:spPr>
          <a:xfrm>
            <a:off x="580800" y="1486275"/>
            <a:ext cx="11030400" cy="4094700"/>
          </a:xfrm>
          <a:prstGeom prst="rect">
            <a:avLst/>
          </a:prstGeom>
          <a:noFill/>
          <a:ln>
            <a:noFill/>
          </a:ln>
        </p:spPr>
        <p:txBody>
          <a:bodyPr spcFirstLastPara="1" wrap="square" lIns="91425" tIns="91425" rIns="91425" bIns="91425" anchor="t" anchorCtr="0">
            <a:spAutoFit/>
          </a:bodyPr>
          <a:lstStyle/>
          <a:p>
            <a:pPr marL="457200" lvl="0" indent="-374650" algn="l" rtl="0">
              <a:lnSpc>
                <a:spcPct val="115000"/>
              </a:lnSpc>
              <a:spcBef>
                <a:spcPts val="0"/>
              </a:spcBef>
              <a:spcAft>
                <a:spcPts val="0"/>
              </a:spcAft>
              <a:buClr>
                <a:schemeClr val="dk1"/>
              </a:buClr>
              <a:buSzPts val="2300"/>
              <a:buChar char="●"/>
            </a:pPr>
            <a:r>
              <a:rPr lang="en-US" sz="2300" b="1">
                <a:solidFill>
                  <a:schemeClr val="dk1"/>
                </a:solidFill>
                <a:highlight>
                  <a:srgbClr val="FFFFFF"/>
                </a:highlight>
              </a:rPr>
              <a:t>vision</a:t>
            </a:r>
            <a:endParaRPr sz="2300">
              <a:solidFill>
                <a:schemeClr val="dk1"/>
              </a:solidFill>
            </a:endParaRPr>
          </a:p>
          <a:p>
            <a:pPr marL="0" lvl="0" indent="0" algn="l" rtl="0">
              <a:lnSpc>
                <a:spcPct val="115000"/>
              </a:lnSpc>
              <a:spcBef>
                <a:spcPts val="400"/>
              </a:spcBef>
              <a:spcAft>
                <a:spcPts val="0"/>
              </a:spcAft>
              <a:buNone/>
            </a:pPr>
            <a:r>
              <a:rPr lang="en-US" sz="2000">
                <a:solidFill>
                  <a:schemeClr val="dk1"/>
                </a:solidFill>
              </a:rPr>
              <a:t>At BitCoding Solutions, we aim to lead in technology by creating new standards in software development and IT services. Our goal is to help businesses grow with innovative and scalable solutions, making it easier for them to succeed in the digital world.</a:t>
            </a:r>
            <a:endParaRPr sz="2000">
              <a:solidFill>
                <a:schemeClr val="dk1"/>
              </a:solidFill>
            </a:endParaRPr>
          </a:p>
          <a:p>
            <a:pPr marL="0" lvl="0" indent="0" algn="l" rtl="0">
              <a:lnSpc>
                <a:spcPct val="115000"/>
              </a:lnSpc>
              <a:spcBef>
                <a:spcPts val="400"/>
              </a:spcBef>
              <a:spcAft>
                <a:spcPts val="0"/>
              </a:spcAft>
              <a:buNone/>
            </a:pPr>
            <a:endParaRPr sz="2300">
              <a:solidFill>
                <a:schemeClr val="dk1"/>
              </a:solidFill>
            </a:endParaRPr>
          </a:p>
          <a:p>
            <a:pPr marL="457200" lvl="0" indent="-374650" algn="l" rtl="0">
              <a:lnSpc>
                <a:spcPct val="115000"/>
              </a:lnSpc>
              <a:spcBef>
                <a:spcPts val="400"/>
              </a:spcBef>
              <a:spcAft>
                <a:spcPts val="0"/>
              </a:spcAft>
              <a:buClr>
                <a:schemeClr val="dk1"/>
              </a:buClr>
              <a:buSzPts val="2300"/>
              <a:buChar char="●"/>
            </a:pPr>
            <a:r>
              <a:rPr lang="en-US" sz="2300" b="1">
                <a:solidFill>
                  <a:schemeClr val="dk1"/>
                </a:solidFill>
                <a:highlight>
                  <a:srgbClr val="FFFFFF"/>
                </a:highlight>
              </a:rPr>
              <a:t>Mission</a:t>
            </a:r>
            <a:endParaRPr sz="2300" b="1">
              <a:solidFill>
                <a:schemeClr val="dk1"/>
              </a:solidFill>
              <a:highlight>
                <a:srgbClr val="FFFFFF"/>
              </a:highlight>
            </a:endParaRPr>
          </a:p>
          <a:p>
            <a:pPr marL="0" lvl="0" indent="0" algn="l" rtl="0">
              <a:lnSpc>
                <a:spcPct val="115000"/>
              </a:lnSpc>
              <a:spcBef>
                <a:spcPts val="400"/>
              </a:spcBef>
              <a:spcAft>
                <a:spcPts val="0"/>
              </a:spcAft>
              <a:buNone/>
            </a:pPr>
            <a:r>
              <a:rPr lang="en-US" sz="2000">
                <a:solidFill>
                  <a:schemeClr val="dk1"/>
                </a:solidFill>
                <a:highlight>
                  <a:srgbClr val="FFFFFF"/>
                </a:highlight>
              </a:rPr>
              <a:t>We provide high-quality, customized software and IT solutions to meet your specific needs. With our expertise and dedication, we help you work more efficiently and achieve success, becoming your trusted technology partner</a:t>
            </a:r>
            <a:endParaRPr sz="2000">
              <a:solidFill>
                <a:schemeClr val="dk1"/>
              </a:solidFill>
              <a:highlight>
                <a:srgbClr val="FFFFFF"/>
              </a:highlight>
            </a:endParaRPr>
          </a:p>
          <a:p>
            <a:pPr marL="0" lvl="0" indent="0" algn="l" rtl="0">
              <a:lnSpc>
                <a:spcPct val="115000"/>
              </a:lnSpc>
              <a:spcBef>
                <a:spcPts val="400"/>
              </a:spcBef>
              <a:spcAft>
                <a:spcPts val="400"/>
              </a:spcAft>
              <a:buNone/>
            </a:pPr>
            <a:endParaRPr sz="2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17" name="Shape 117"/>
        <p:cNvGrpSpPr/>
        <p:nvPr/>
      </p:nvGrpSpPr>
      <p:grpSpPr>
        <a:xfrm>
          <a:off x="0" y="0"/>
          <a:ext cx="0" cy="0"/>
          <a:chOff x="0" y="0"/>
          <a:chExt cx="0" cy="0"/>
        </a:xfrm>
      </p:grpSpPr>
      <p:sp>
        <p:nvSpPr>
          <p:cNvPr id="118" name="Google Shape;118;g33a71747f64_0_22"/>
          <p:cNvSpPr txBox="1"/>
          <p:nvPr>
            <p:ph type="title"/>
          </p:nvPr>
        </p:nvSpPr>
        <p:spPr>
          <a:xfrm>
            <a:off x="534239" y="309550"/>
            <a:ext cx="5105700" cy="4437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1100"/>
              <a:buFont typeface="Arial" panose="020B0604020202020204"/>
              <a:buNone/>
            </a:pPr>
            <a:r>
              <a:rPr lang="en-US" sz="2800">
                <a:solidFill>
                  <a:srgbClr val="04A2B9"/>
                </a:solidFill>
                <a:latin typeface="Proxima Nova" panose="02000506030000020004"/>
                <a:ea typeface="Proxima Nova" panose="02000506030000020004"/>
                <a:cs typeface="Proxima Nova" panose="02000506030000020004"/>
                <a:sym typeface="Proxima Nova" panose="02000506030000020004"/>
              </a:rPr>
              <a:t>Overview Of Different Units</a:t>
            </a:r>
            <a:endParaRPr sz="280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19" name="Google Shape;119;g33a71747f64_0_22"/>
          <p:cNvSpPr txBox="1"/>
          <p:nvPr/>
        </p:nvSpPr>
        <p:spPr>
          <a:xfrm>
            <a:off x="580800" y="1486275"/>
            <a:ext cx="11030400" cy="4847400"/>
          </a:xfrm>
          <a:prstGeom prst="rect">
            <a:avLst/>
          </a:prstGeom>
          <a:noFill/>
          <a:ln>
            <a:noFill/>
          </a:ln>
        </p:spPr>
        <p:txBody>
          <a:bodyPr spcFirstLastPara="1" wrap="square" lIns="91425" tIns="91425" rIns="91425" bIns="91425" anchor="t" anchorCtr="0">
            <a:spAutoFit/>
          </a:bodyPr>
          <a:lstStyle/>
          <a:p>
            <a:pPr marL="457200" lvl="0" indent="-374650" algn="l" rtl="0">
              <a:lnSpc>
                <a:spcPct val="115000"/>
              </a:lnSpc>
              <a:spcBef>
                <a:spcPts val="1200"/>
              </a:spcBef>
              <a:spcAft>
                <a:spcPts val="0"/>
              </a:spcAft>
              <a:buSzPts val="2300"/>
              <a:buChar char="●"/>
            </a:pPr>
            <a:r>
              <a:rPr lang="en-US" sz="2300"/>
              <a:t>AI/ML Development</a:t>
            </a:r>
            <a:endParaRPr sz="2300"/>
          </a:p>
          <a:p>
            <a:pPr marL="457200" lvl="0" indent="-374650" algn="l" rtl="0">
              <a:lnSpc>
                <a:spcPct val="115000"/>
              </a:lnSpc>
              <a:spcBef>
                <a:spcPts val="1000"/>
              </a:spcBef>
              <a:spcAft>
                <a:spcPts val="0"/>
              </a:spcAft>
              <a:buSzPts val="2300"/>
              <a:buChar char="●"/>
            </a:pPr>
            <a:r>
              <a:rPr lang="en-US" sz="2300"/>
              <a:t> Web Scraping</a:t>
            </a:r>
            <a:endParaRPr sz="2300"/>
          </a:p>
          <a:p>
            <a:pPr marL="457200" lvl="0" indent="-374650" algn="l" rtl="0">
              <a:lnSpc>
                <a:spcPct val="115000"/>
              </a:lnSpc>
              <a:spcBef>
                <a:spcPts val="1000"/>
              </a:spcBef>
              <a:spcAft>
                <a:spcPts val="0"/>
              </a:spcAft>
              <a:buSzPts val="2300"/>
              <a:buChar char="●"/>
            </a:pPr>
            <a:r>
              <a:rPr lang="en-US" sz="2300"/>
              <a:t>Android App Development</a:t>
            </a:r>
            <a:endParaRPr sz="2300"/>
          </a:p>
          <a:p>
            <a:pPr marL="457200" lvl="0" indent="-374650" algn="l" rtl="0">
              <a:lnSpc>
                <a:spcPct val="115000"/>
              </a:lnSpc>
              <a:spcBef>
                <a:spcPts val="1000"/>
              </a:spcBef>
              <a:spcAft>
                <a:spcPts val="0"/>
              </a:spcAft>
              <a:buSzPts val="2300"/>
              <a:buChar char="●"/>
            </a:pPr>
            <a:r>
              <a:rPr lang="en-US" sz="2300"/>
              <a:t> Python Development</a:t>
            </a:r>
            <a:endParaRPr sz="2300"/>
          </a:p>
          <a:p>
            <a:pPr marL="457200" lvl="0" indent="-374650" algn="l" rtl="0">
              <a:lnSpc>
                <a:spcPct val="115000"/>
              </a:lnSpc>
              <a:spcBef>
                <a:spcPts val="1000"/>
              </a:spcBef>
              <a:spcAft>
                <a:spcPts val="0"/>
              </a:spcAft>
              <a:buSzPts val="2300"/>
              <a:buChar char="●"/>
            </a:pPr>
            <a:r>
              <a:rPr lang="en-US" sz="2300"/>
              <a:t> Flutter Development</a:t>
            </a:r>
            <a:endParaRPr sz="2300"/>
          </a:p>
          <a:p>
            <a:pPr marL="457200" lvl="0" indent="-374650" algn="l" rtl="0">
              <a:lnSpc>
                <a:spcPct val="115000"/>
              </a:lnSpc>
              <a:spcBef>
                <a:spcPts val="1000"/>
              </a:spcBef>
              <a:spcAft>
                <a:spcPts val="0"/>
              </a:spcAft>
              <a:buSzPts val="2300"/>
              <a:buChar char="●"/>
            </a:pPr>
            <a:r>
              <a:rPr lang="en-US" sz="2300"/>
              <a:t> React.JS</a:t>
            </a:r>
            <a:endParaRPr sz="2300"/>
          </a:p>
          <a:p>
            <a:pPr marL="457200" lvl="0" indent="-374650" algn="l" rtl="0">
              <a:lnSpc>
                <a:spcPct val="115000"/>
              </a:lnSpc>
              <a:spcBef>
                <a:spcPts val="1000"/>
              </a:spcBef>
              <a:spcAft>
                <a:spcPts val="0"/>
              </a:spcAft>
              <a:buSzPts val="2300"/>
              <a:buChar char="●"/>
            </a:pPr>
            <a:r>
              <a:rPr lang="en-US" sz="2300"/>
              <a:t> Node.JS</a:t>
            </a:r>
            <a:endParaRPr sz="2300"/>
          </a:p>
          <a:p>
            <a:pPr marL="457200" lvl="0" indent="-374650" algn="l" rtl="0">
              <a:lnSpc>
                <a:spcPct val="115000"/>
              </a:lnSpc>
              <a:spcBef>
                <a:spcPts val="1000"/>
              </a:spcBef>
              <a:spcAft>
                <a:spcPts val="0"/>
              </a:spcAft>
              <a:buSzPts val="2300"/>
              <a:buChar char="●"/>
            </a:pPr>
            <a:r>
              <a:rPr lang="en-US" sz="2300"/>
              <a:t> Web Design</a:t>
            </a:r>
            <a:endParaRPr sz="2300"/>
          </a:p>
          <a:p>
            <a:pPr marL="457200" lvl="0" indent="-374650" algn="l" rtl="0">
              <a:lnSpc>
                <a:spcPct val="115000"/>
              </a:lnSpc>
              <a:spcBef>
                <a:spcPts val="1200"/>
              </a:spcBef>
              <a:spcAft>
                <a:spcPts val="1000"/>
              </a:spcAft>
              <a:buSzPts val="2300"/>
              <a:buChar char="●"/>
            </a:pPr>
            <a:r>
              <a:rPr lang="en-US" sz="2300"/>
              <a:t> UI/UX Design</a:t>
            </a:r>
            <a:endParaRPr sz="23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23" name="Shape 123"/>
        <p:cNvGrpSpPr/>
        <p:nvPr/>
      </p:nvGrpSpPr>
      <p:grpSpPr>
        <a:xfrm>
          <a:off x="0" y="0"/>
          <a:ext cx="0" cy="0"/>
          <a:chOff x="0" y="0"/>
          <a:chExt cx="0" cy="0"/>
        </a:xfrm>
      </p:grpSpPr>
      <p:sp>
        <p:nvSpPr>
          <p:cNvPr id="124" name="Google Shape;124;g33a71747f64_0_32"/>
          <p:cNvSpPr txBox="1"/>
          <p:nvPr>
            <p:ph type="title"/>
          </p:nvPr>
        </p:nvSpPr>
        <p:spPr>
          <a:xfrm>
            <a:off x="534239" y="309550"/>
            <a:ext cx="5105700" cy="4437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1100"/>
              <a:buFont typeface="Arial" panose="020B0604020202020204"/>
              <a:buNone/>
            </a:pPr>
            <a:r>
              <a:rPr lang="en-US" sz="2800">
                <a:solidFill>
                  <a:srgbClr val="04A2B9"/>
                </a:solidFill>
                <a:latin typeface="Proxima Nova" panose="02000506030000020004"/>
                <a:ea typeface="Proxima Nova" panose="02000506030000020004"/>
                <a:cs typeface="Proxima Nova" panose="02000506030000020004"/>
                <a:sym typeface="Proxima Nova" panose="02000506030000020004"/>
              </a:rPr>
              <a:t>Achievements</a:t>
            </a:r>
            <a:endParaRPr sz="280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25" name="Google Shape;125;g33a71747f64_0_32"/>
          <p:cNvSpPr txBox="1"/>
          <p:nvPr/>
        </p:nvSpPr>
        <p:spPr>
          <a:xfrm>
            <a:off x="580800" y="1486275"/>
            <a:ext cx="11030400" cy="543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300">
                <a:solidFill>
                  <a:schemeClr val="dk1"/>
                </a:solidFill>
              </a:rPr>
              <a:t>🚀 </a:t>
            </a:r>
            <a:r>
              <a:rPr lang="en-US" sz="2300" b="1">
                <a:solidFill>
                  <a:schemeClr val="dk1"/>
                </a:solidFill>
              </a:rPr>
              <a:t>We Are Growing &amp; Driving Business Success</a:t>
            </a:r>
            <a:endParaRPr sz="2300" b="1">
              <a:solidFill>
                <a:schemeClr val="dk1"/>
              </a:solidFill>
            </a:endParaRPr>
          </a:p>
          <a:p>
            <a:pPr marL="0" lvl="0" indent="0" algn="l" rtl="0">
              <a:lnSpc>
                <a:spcPct val="115000"/>
              </a:lnSpc>
              <a:spcBef>
                <a:spcPts val="1200"/>
              </a:spcBef>
              <a:spcAft>
                <a:spcPts val="0"/>
              </a:spcAft>
              <a:buNone/>
            </a:pPr>
            <a:endParaRPr sz="2300" b="1">
              <a:solidFill>
                <a:schemeClr val="dk1"/>
              </a:solidFill>
            </a:endParaRPr>
          </a:p>
          <a:p>
            <a:pPr marL="0" lvl="0" indent="0" algn="l" rtl="0">
              <a:lnSpc>
                <a:spcPct val="115000"/>
              </a:lnSpc>
              <a:spcBef>
                <a:spcPts val="1200"/>
              </a:spcBef>
              <a:spcAft>
                <a:spcPts val="0"/>
              </a:spcAft>
              <a:buNone/>
            </a:pP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2300" b="1">
              <a:solidFill>
                <a:schemeClr val="dk1"/>
              </a:solidFill>
            </a:endParaRPr>
          </a:p>
          <a:p>
            <a:pPr marL="0" lvl="0" indent="0" algn="l" rtl="0">
              <a:lnSpc>
                <a:spcPct val="115000"/>
              </a:lnSpc>
              <a:spcBef>
                <a:spcPts val="1200"/>
              </a:spcBef>
              <a:spcAft>
                <a:spcPts val="0"/>
              </a:spcAft>
              <a:buNone/>
            </a:pPr>
            <a:r>
              <a:rPr lang="en-US" sz="2300">
                <a:solidFill>
                  <a:schemeClr val="dk1"/>
                </a:solidFill>
              </a:rPr>
              <a:t>✔️ </a:t>
            </a:r>
            <a:r>
              <a:rPr lang="en-US" sz="2300" b="1">
                <a:solidFill>
                  <a:schemeClr val="dk1"/>
                </a:solidFill>
              </a:rPr>
              <a:t>100+</a:t>
            </a:r>
            <a:r>
              <a:rPr lang="en-US" sz="2300">
                <a:solidFill>
                  <a:schemeClr val="dk1"/>
                </a:solidFill>
              </a:rPr>
              <a:t> Satisfied Clients                          ✔️ </a:t>
            </a:r>
            <a:r>
              <a:rPr lang="en-US" sz="2300" b="1">
                <a:solidFill>
                  <a:schemeClr val="dk1"/>
                </a:solidFill>
              </a:rPr>
              <a:t>150+</a:t>
            </a:r>
            <a:r>
              <a:rPr lang="en-US" sz="2300">
                <a:solidFill>
                  <a:schemeClr val="dk1"/>
                </a:solidFill>
              </a:rPr>
              <a:t> Completed Projects</a:t>
            </a: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br>
              <a:rPr lang="en-US" sz="2300">
                <a:solidFill>
                  <a:schemeClr val="dk1"/>
                </a:solidFill>
              </a:rPr>
            </a:br>
            <a:r>
              <a:rPr lang="en-US" sz="2300">
                <a:solidFill>
                  <a:schemeClr val="dk1"/>
                </a:solidFill>
              </a:rPr>
              <a:t>✔️ </a:t>
            </a:r>
            <a:r>
              <a:rPr lang="en-US" sz="2300" b="1">
                <a:solidFill>
                  <a:schemeClr val="dk1"/>
                </a:solidFill>
              </a:rPr>
              <a:t>80+</a:t>
            </a:r>
            <a:r>
              <a:rPr lang="en-US" sz="2300">
                <a:solidFill>
                  <a:schemeClr val="dk1"/>
                </a:solidFill>
              </a:rPr>
              <a:t> Skilled Experts                               ✔️ </a:t>
            </a:r>
            <a:r>
              <a:rPr lang="en-US" sz="2300" b="1">
                <a:solidFill>
                  <a:schemeClr val="dk1"/>
                </a:solidFill>
              </a:rPr>
              <a:t>590+</a:t>
            </a:r>
            <a:r>
              <a:rPr lang="en-US" sz="2300">
                <a:solidFill>
                  <a:schemeClr val="dk1"/>
                </a:solidFill>
              </a:rPr>
              <a:t> Media Posts</a:t>
            </a:r>
            <a:endParaRPr sz="2300">
              <a:solidFill>
                <a:schemeClr val="dk1"/>
              </a:solidFill>
            </a:endParaRPr>
          </a:p>
          <a:p>
            <a:pPr marL="0" lvl="0" indent="0" algn="l" rtl="0">
              <a:lnSpc>
                <a:spcPct val="115000"/>
              </a:lnSpc>
              <a:spcBef>
                <a:spcPts val="1200"/>
              </a:spcBef>
              <a:spcAft>
                <a:spcPts val="1000"/>
              </a:spcAft>
              <a:buNone/>
            </a:pPr>
            <a:endParaRPr sz="2300"/>
          </a:p>
        </p:txBody>
      </p:sp>
      <p:pic>
        <p:nvPicPr>
          <p:cNvPr id="126" name="Google Shape;126;g33a71747f64_0_32"/>
          <p:cNvPicPr preferRelativeResize="0"/>
          <p:nvPr/>
        </p:nvPicPr>
        <p:blipFill>
          <a:blip r:embed="rId2"/>
          <a:stretch>
            <a:fillRect/>
          </a:stretch>
        </p:blipFill>
        <p:spPr>
          <a:xfrm>
            <a:off x="7299851" y="2487950"/>
            <a:ext cx="1132150" cy="1132150"/>
          </a:xfrm>
          <a:prstGeom prst="rect">
            <a:avLst/>
          </a:prstGeom>
          <a:noFill/>
          <a:ln>
            <a:noFill/>
          </a:ln>
        </p:spPr>
      </p:pic>
      <p:pic>
        <p:nvPicPr>
          <p:cNvPr id="127" name="Google Shape;127;g33a71747f64_0_32"/>
          <p:cNvPicPr preferRelativeResize="0"/>
          <p:nvPr/>
        </p:nvPicPr>
        <p:blipFill>
          <a:blip r:embed="rId3"/>
          <a:stretch>
            <a:fillRect/>
          </a:stretch>
        </p:blipFill>
        <p:spPr>
          <a:xfrm>
            <a:off x="1917486" y="2487950"/>
            <a:ext cx="1132150" cy="1132150"/>
          </a:xfrm>
          <a:prstGeom prst="rect">
            <a:avLst/>
          </a:prstGeom>
          <a:noFill/>
          <a:ln>
            <a:noFill/>
          </a:ln>
        </p:spPr>
      </p:pic>
      <p:pic>
        <p:nvPicPr>
          <p:cNvPr id="128" name="Google Shape;128;g33a71747f64_0_32"/>
          <p:cNvPicPr preferRelativeResize="0"/>
          <p:nvPr/>
        </p:nvPicPr>
        <p:blipFill>
          <a:blip r:embed="rId4"/>
          <a:stretch>
            <a:fillRect/>
          </a:stretch>
        </p:blipFill>
        <p:spPr>
          <a:xfrm>
            <a:off x="1917485" y="4494375"/>
            <a:ext cx="1132150" cy="1132150"/>
          </a:xfrm>
          <a:prstGeom prst="rect">
            <a:avLst/>
          </a:prstGeom>
          <a:noFill/>
          <a:ln>
            <a:noFill/>
          </a:ln>
        </p:spPr>
      </p:pic>
      <p:pic>
        <p:nvPicPr>
          <p:cNvPr id="129" name="Google Shape;129;g33a71747f64_0_32"/>
          <p:cNvPicPr preferRelativeResize="0"/>
          <p:nvPr/>
        </p:nvPicPr>
        <p:blipFill>
          <a:blip r:embed="rId5"/>
          <a:stretch>
            <a:fillRect/>
          </a:stretch>
        </p:blipFill>
        <p:spPr>
          <a:xfrm>
            <a:off x="7299861" y="4494375"/>
            <a:ext cx="1132150" cy="1132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33" name="Shape 133"/>
        <p:cNvGrpSpPr/>
        <p:nvPr/>
      </p:nvGrpSpPr>
      <p:grpSpPr>
        <a:xfrm>
          <a:off x="0" y="0"/>
          <a:ext cx="0" cy="0"/>
          <a:chOff x="0" y="0"/>
          <a:chExt cx="0" cy="0"/>
        </a:xfrm>
      </p:grpSpPr>
      <p:sp>
        <p:nvSpPr>
          <p:cNvPr id="134" name="Google Shape;134;g33a71747f64_0_44"/>
          <p:cNvSpPr txBox="1"/>
          <p:nvPr>
            <p:ph type="title"/>
          </p:nvPr>
        </p:nvSpPr>
        <p:spPr>
          <a:xfrm>
            <a:off x="534239" y="309550"/>
            <a:ext cx="5105700" cy="443700"/>
          </a:xfrm>
          <a:prstGeom prst="rect">
            <a:avLst/>
          </a:prstGeom>
          <a:noFill/>
          <a:ln>
            <a:noFill/>
          </a:ln>
        </p:spPr>
        <p:txBody>
          <a:bodyPr spcFirstLastPara="1" wrap="square" lIns="0" tIns="12700" rIns="0" bIns="0" anchor="ctr" anchorCtr="0">
            <a:sp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sz="2800">
                <a:solidFill>
                  <a:srgbClr val="04A2B9"/>
                </a:solidFill>
                <a:latin typeface="Proxima Nova" panose="02000506030000020004"/>
                <a:ea typeface="Proxima Nova" panose="02000506030000020004"/>
                <a:cs typeface="Proxima Nova" panose="02000506030000020004"/>
                <a:sym typeface="Proxima Nova" panose="02000506030000020004"/>
              </a:rPr>
              <a:t>Contact Info</a:t>
            </a:r>
            <a:endParaRPr sz="280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35" name="Google Shape;135;g33a71747f64_0_44"/>
          <p:cNvSpPr txBox="1"/>
          <p:nvPr/>
        </p:nvSpPr>
        <p:spPr>
          <a:xfrm>
            <a:off x="534250" y="1560575"/>
            <a:ext cx="11446800" cy="4273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300"/>
              </a:spcBef>
              <a:spcAft>
                <a:spcPts val="0"/>
              </a:spcAft>
              <a:buNone/>
            </a:pPr>
            <a:r>
              <a:rPr lang="en-US" sz="2300" b="1">
                <a:solidFill>
                  <a:schemeClr val="dk1"/>
                </a:solidFill>
              </a:rPr>
              <a:t>📍 Address</a:t>
            </a:r>
            <a:br>
              <a:rPr lang="en-US" sz="2300">
                <a:solidFill>
                  <a:schemeClr val="dk1"/>
                </a:solidFill>
              </a:rPr>
            </a:br>
            <a:r>
              <a:rPr lang="en-US" sz="2300">
                <a:solidFill>
                  <a:schemeClr val="dk1"/>
                </a:solidFill>
              </a:rPr>
              <a:t> 401, Vishvambhar Arcade, Near Yamuna Chowk, Mota Varachha, Surat - 394101</a:t>
            </a:r>
            <a:endParaRPr sz="2300">
              <a:solidFill>
                <a:schemeClr val="dk1"/>
              </a:solidFill>
            </a:endParaRPr>
          </a:p>
          <a:p>
            <a:pPr marL="0" lvl="0" indent="0" algn="l" rtl="0">
              <a:lnSpc>
                <a:spcPct val="115000"/>
              </a:lnSpc>
              <a:spcBef>
                <a:spcPts val="2300"/>
              </a:spcBef>
              <a:spcAft>
                <a:spcPts val="0"/>
              </a:spcAft>
              <a:buNone/>
            </a:pPr>
            <a:r>
              <a:rPr lang="en-US" sz="2300" b="1">
                <a:solidFill>
                  <a:schemeClr val="dk1"/>
                </a:solidFill>
              </a:rPr>
              <a:t>📧 Email</a:t>
            </a:r>
            <a:br>
              <a:rPr lang="en-US" sz="2300">
                <a:solidFill>
                  <a:schemeClr val="dk1"/>
                </a:solidFill>
              </a:rPr>
            </a:br>
            <a:r>
              <a:rPr lang="en-US" sz="2300">
                <a:solidFill>
                  <a:schemeClr val="dk1"/>
                </a:solidFill>
              </a:rPr>
              <a:t> info@bitcodingsolutions.com</a:t>
            </a:r>
            <a:endParaRPr sz="2300">
              <a:solidFill>
                <a:schemeClr val="dk1"/>
              </a:solidFill>
            </a:endParaRPr>
          </a:p>
          <a:p>
            <a:pPr marL="0" lvl="0" indent="0" algn="l" rtl="0">
              <a:lnSpc>
                <a:spcPct val="115000"/>
              </a:lnSpc>
              <a:spcBef>
                <a:spcPts val="2300"/>
              </a:spcBef>
              <a:spcAft>
                <a:spcPts val="0"/>
              </a:spcAft>
              <a:buNone/>
            </a:pPr>
            <a:r>
              <a:rPr lang="en-US" sz="2300" b="1">
                <a:solidFill>
                  <a:schemeClr val="dk1"/>
                </a:solidFill>
              </a:rPr>
              <a:t>⏰ Working Hours</a:t>
            </a:r>
            <a:br>
              <a:rPr lang="en-US" sz="2300">
                <a:solidFill>
                  <a:schemeClr val="dk1"/>
                </a:solidFill>
              </a:rPr>
            </a:br>
            <a:r>
              <a:rPr lang="en-US" sz="2300">
                <a:solidFill>
                  <a:schemeClr val="dk1"/>
                </a:solidFill>
              </a:rPr>
              <a:t> Monday - Friday: 09:00 AM - 06:00 PM</a:t>
            </a:r>
            <a:endParaRPr sz="2300">
              <a:solidFill>
                <a:schemeClr val="dk1"/>
              </a:solidFill>
            </a:endParaRPr>
          </a:p>
          <a:p>
            <a:pPr marL="0" lvl="0" indent="0" algn="l" rtl="0">
              <a:lnSpc>
                <a:spcPct val="115000"/>
              </a:lnSpc>
              <a:spcBef>
                <a:spcPts val="2300"/>
              </a:spcBef>
              <a:spcAft>
                <a:spcPts val="2300"/>
              </a:spcAft>
              <a:buNone/>
            </a:pPr>
            <a:r>
              <a:rPr lang="en-US" sz="2300" b="1">
                <a:solidFill>
                  <a:schemeClr val="dk1"/>
                </a:solidFill>
              </a:rPr>
              <a:t>📞 Phone</a:t>
            </a:r>
            <a:br>
              <a:rPr lang="en-US" sz="2300">
                <a:solidFill>
                  <a:schemeClr val="dk1"/>
                </a:solidFill>
              </a:rPr>
            </a:br>
            <a:r>
              <a:rPr lang="en-US" sz="2300">
                <a:solidFill>
                  <a:schemeClr val="dk1"/>
                </a:solidFill>
              </a:rPr>
              <a:t> +91 90990 78077</a:t>
            </a:r>
            <a:endParaRPr sz="23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39" name="Shape 139"/>
        <p:cNvGrpSpPr/>
        <p:nvPr/>
      </p:nvGrpSpPr>
      <p:grpSpPr>
        <a:xfrm>
          <a:off x="0" y="0"/>
          <a:ext cx="0" cy="0"/>
          <a:chOff x="0" y="0"/>
          <a:chExt cx="0" cy="0"/>
        </a:xfrm>
      </p:grpSpPr>
      <p:sp>
        <p:nvSpPr>
          <p:cNvPr id="140" name="Google Shape;140;g3321b4c01d9_0_0"/>
          <p:cNvSpPr txBox="1"/>
          <p:nvPr>
            <p:ph type="title"/>
          </p:nvPr>
        </p:nvSpPr>
        <p:spPr>
          <a:xfrm>
            <a:off x="534259" y="309562"/>
            <a:ext cx="2320800" cy="813300"/>
          </a:xfrm>
          <a:prstGeom prst="rect">
            <a:avLst/>
          </a:prstGeom>
          <a:noFill/>
          <a:ln>
            <a:noFill/>
          </a:ln>
        </p:spPr>
        <p:txBody>
          <a:bodyPr spcFirstLastPara="1" wrap="square" lIns="0" tIns="12700" rIns="0" bIns="0" anchor="ctr" anchorCtr="0">
            <a:spAutoFit/>
          </a:bodyPr>
          <a:lstStyle/>
          <a:p>
            <a:pPr marL="0" lvl="0" indent="0" algn="l" rtl="0">
              <a:lnSpc>
                <a:spcPct val="100000"/>
              </a:lnSpc>
              <a:spcBef>
                <a:spcPts val="0"/>
              </a:spcBef>
              <a:spcAft>
                <a:spcPts val="0"/>
              </a:spcAft>
              <a:buClr>
                <a:srgbClr val="04A2B9"/>
              </a:buClr>
              <a:buSzPts val="2400"/>
              <a:buFont typeface="Proxima Nova" panose="02000506030000020004"/>
              <a:buNone/>
            </a:pPr>
            <a:r>
              <a:rPr lang="en-US" sz="2800">
                <a:solidFill>
                  <a:srgbClr val="04A2B9"/>
                </a:solidFill>
                <a:latin typeface="Proxima Nova" panose="02000506030000020004"/>
                <a:ea typeface="Proxima Nova" panose="02000506030000020004"/>
                <a:cs typeface="Proxima Nova" panose="02000506030000020004"/>
                <a:sym typeface="Proxima Nova" panose="02000506030000020004"/>
              </a:rPr>
              <a:t>Introduction </a:t>
            </a:r>
            <a:endParaRPr sz="2800">
              <a:latin typeface="Proxima Nova" panose="02000506030000020004"/>
              <a:ea typeface="Proxima Nova" panose="02000506030000020004"/>
              <a:cs typeface="Proxima Nova" panose="02000506030000020004"/>
              <a:sym typeface="Proxima Nova" panose="02000506030000020004"/>
            </a:endParaRPr>
          </a:p>
          <a:p>
            <a:pPr marL="12700" lvl="0" indent="0" algn="l" rtl="0">
              <a:lnSpc>
                <a:spcPct val="100000"/>
              </a:lnSpc>
              <a:spcBef>
                <a:spcPts val="0"/>
              </a:spcBef>
              <a:spcAft>
                <a:spcPts val="0"/>
              </a:spcAft>
              <a:buClr>
                <a:srgbClr val="04A2B9"/>
              </a:buClr>
              <a:buSzPts val="2400"/>
              <a:buFont typeface="Proxima Nova" panose="02000506030000020004"/>
              <a:buNone/>
            </a:pPr>
            <a:endParaRPr sz="240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41" name="Google Shape;141;g3321b4c01d9_0_0"/>
          <p:cNvSpPr txBox="1"/>
          <p:nvPr/>
        </p:nvSpPr>
        <p:spPr>
          <a:xfrm>
            <a:off x="480475" y="1239625"/>
            <a:ext cx="10945200" cy="5193000"/>
          </a:xfrm>
          <a:prstGeom prst="rect">
            <a:avLst/>
          </a:prstGeom>
          <a:noFill/>
          <a:ln>
            <a:noFill/>
          </a:ln>
        </p:spPr>
        <p:txBody>
          <a:bodyPr spcFirstLastPara="1" wrap="square" lIns="91425" tIns="91425" rIns="91425" bIns="91425" anchor="t" anchorCtr="0">
            <a:spAutoFit/>
          </a:bodyPr>
          <a:lstStyle/>
          <a:p>
            <a:pPr marL="457200" lvl="0" indent="-374650" algn="l" rtl="0">
              <a:lnSpc>
                <a:spcPct val="115000"/>
              </a:lnSpc>
              <a:spcBef>
                <a:spcPts val="1000"/>
              </a:spcBef>
              <a:spcAft>
                <a:spcPts val="0"/>
              </a:spcAft>
              <a:buClr>
                <a:schemeClr val="dk1"/>
              </a:buClr>
              <a:buSzPts val="2300"/>
              <a:buFont typeface="Proxima Nova" panose="02000506030000020004"/>
              <a:buChar char="●"/>
            </a:pPr>
            <a:r>
              <a:rPr lang="en-US" sz="2300">
                <a:solidFill>
                  <a:schemeClr val="dk1"/>
                </a:solidFill>
                <a:latin typeface="Proxima Nova" panose="02000506030000020004"/>
                <a:ea typeface="Proxima Nova" panose="02000506030000020004"/>
                <a:cs typeface="Proxima Nova" panose="02000506030000020004"/>
                <a:sym typeface="Proxima Nova" panose="02000506030000020004"/>
              </a:rPr>
              <a:t>Hospitals and healthcare facilities require a </a:t>
            </a:r>
            <a:r>
              <a:rPr lang="en-US" sz="2300" b="1">
                <a:solidFill>
                  <a:schemeClr val="dk1"/>
                </a:solidFill>
                <a:latin typeface="Proxima Nova" panose="02000506030000020004"/>
                <a:ea typeface="Proxima Nova" panose="02000506030000020004"/>
                <a:cs typeface="Proxima Nova" panose="02000506030000020004"/>
                <a:sym typeface="Proxima Nova" panose="02000506030000020004"/>
              </a:rPr>
              <a:t>digital system</a:t>
            </a:r>
            <a:r>
              <a:rPr lang="en-US" sz="2300">
                <a:solidFill>
                  <a:schemeClr val="dk1"/>
                </a:solidFill>
                <a:latin typeface="Proxima Nova" panose="02000506030000020004"/>
                <a:ea typeface="Proxima Nova" panose="02000506030000020004"/>
                <a:cs typeface="Proxima Nova" panose="02000506030000020004"/>
                <a:sym typeface="Proxima Nova" panose="02000506030000020004"/>
              </a:rPr>
              <a:t> to manage patient records, appointments, and administrative tasks efficiently.</a:t>
            </a:r>
            <a:endParaRPr sz="23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74650" algn="l" rtl="0">
              <a:lnSpc>
                <a:spcPct val="115000"/>
              </a:lnSpc>
              <a:spcBef>
                <a:spcPts val="1000"/>
              </a:spcBef>
              <a:spcAft>
                <a:spcPts val="0"/>
              </a:spcAft>
              <a:buClr>
                <a:schemeClr val="dk1"/>
              </a:buClr>
              <a:buSzPts val="2300"/>
              <a:buFont typeface="Proxima Nova" panose="02000506030000020004"/>
              <a:buChar char="●"/>
            </a:pPr>
            <a:r>
              <a:rPr lang="en-US" sz="2300">
                <a:solidFill>
                  <a:schemeClr val="dk1"/>
                </a:solidFill>
                <a:latin typeface="Proxima Nova" panose="02000506030000020004"/>
                <a:ea typeface="Proxima Nova" panose="02000506030000020004"/>
                <a:cs typeface="Proxima Nova" panose="02000506030000020004"/>
                <a:sym typeface="Proxima Nova" panose="02000506030000020004"/>
              </a:rPr>
              <a:t> Our </a:t>
            </a:r>
            <a:r>
              <a:rPr lang="en-US" sz="2300" b="1">
                <a:solidFill>
                  <a:schemeClr val="dk1"/>
                </a:solidFill>
                <a:latin typeface="Proxima Nova" panose="02000506030000020004"/>
                <a:ea typeface="Proxima Nova" panose="02000506030000020004"/>
                <a:cs typeface="Proxima Nova" panose="02000506030000020004"/>
                <a:sym typeface="Proxima Nova" panose="02000506030000020004"/>
              </a:rPr>
              <a:t>Hospital Management System (HMS) mobile application</a:t>
            </a:r>
            <a:r>
              <a:rPr lang="en-US" sz="2300">
                <a:solidFill>
                  <a:schemeClr val="dk1"/>
                </a:solidFill>
                <a:latin typeface="Proxima Nova" panose="02000506030000020004"/>
                <a:ea typeface="Proxima Nova" panose="02000506030000020004"/>
                <a:cs typeface="Proxima Nova" panose="02000506030000020004"/>
                <a:sym typeface="Proxima Nova" panose="02000506030000020004"/>
              </a:rPr>
              <a:t> simplifies and streamlines hospital operations.</a:t>
            </a:r>
            <a:endParaRPr sz="23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74650" algn="l" rtl="0">
              <a:lnSpc>
                <a:spcPct val="115000"/>
              </a:lnSpc>
              <a:spcBef>
                <a:spcPts val="1000"/>
              </a:spcBef>
              <a:spcAft>
                <a:spcPts val="0"/>
              </a:spcAft>
              <a:buClr>
                <a:schemeClr val="dk1"/>
              </a:buClr>
              <a:buSzPts val="2300"/>
              <a:buFont typeface="Proxima Nova" panose="02000506030000020004"/>
              <a:buChar char="●"/>
            </a:pPr>
            <a:r>
              <a:rPr lang="en-US" sz="2300">
                <a:solidFill>
                  <a:schemeClr val="dk1"/>
                </a:solidFill>
                <a:latin typeface="Proxima Nova" panose="02000506030000020004"/>
                <a:ea typeface="Proxima Nova" panose="02000506030000020004"/>
                <a:cs typeface="Proxima Nova" panose="02000506030000020004"/>
                <a:sym typeface="Proxima Nova" panose="02000506030000020004"/>
              </a:rPr>
              <a:t>The app provides a </a:t>
            </a:r>
            <a:r>
              <a:rPr lang="en-US" sz="2300" b="1">
                <a:solidFill>
                  <a:schemeClr val="dk1"/>
                </a:solidFill>
                <a:latin typeface="Proxima Nova" panose="02000506030000020004"/>
                <a:ea typeface="Proxima Nova" panose="02000506030000020004"/>
                <a:cs typeface="Proxima Nova" panose="02000506030000020004"/>
                <a:sym typeface="Proxima Nova" panose="02000506030000020004"/>
              </a:rPr>
              <a:t>user-friendly and secure platform</a:t>
            </a:r>
            <a:r>
              <a:rPr lang="en-US" sz="2300">
                <a:solidFill>
                  <a:schemeClr val="dk1"/>
                </a:solidFill>
                <a:latin typeface="Proxima Nova" panose="02000506030000020004"/>
                <a:ea typeface="Proxima Nova" panose="02000506030000020004"/>
                <a:cs typeface="Proxima Nova" panose="02000506030000020004"/>
                <a:sym typeface="Proxima Nova" panose="02000506030000020004"/>
              </a:rPr>
              <a:t> for both patients and hospital staff</a:t>
            </a:r>
            <a:endParaRPr sz="23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74650" algn="l" rtl="0">
              <a:lnSpc>
                <a:spcPct val="115000"/>
              </a:lnSpc>
              <a:spcBef>
                <a:spcPts val="1000"/>
              </a:spcBef>
              <a:spcAft>
                <a:spcPts val="0"/>
              </a:spcAft>
              <a:buClr>
                <a:schemeClr val="dk1"/>
              </a:buClr>
              <a:buSzPts val="2300"/>
              <a:buFont typeface="Proxima Nova" panose="02000506030000020004"/>
              <a:buChar char="●"/>
            </a:pPr>
            <a:r>
              <a:rPr lang="en-US" sz="2300">
                <a:solidFill>
                  <a:schemeClr val="dk1"/>
                </a:solidFill>
                <a:latin typeface="Proxima Nova" panose="02000506030000020004"/>
                <a:ea typeface="Proxima Nova" panose="02000506030000020004"/>
                <a:cs typeface="Proxima Nova" panose="02000506030000020004"/>
                <a:sym typeface="Proxima Nova" panose="02000506030000020004"/>
              </a:rPr>
              <a:t>Patients can easily </a:t>
            </a:r>
            <a:r>
              <a:rPr lang="en-US" sz="2300" b="1">
                <a:solidFill>
                  <a:schemeClr val="dk1"/>
                </a:solidFill>
                <a:latin typeface="Proxima Nova" panose="02000506030000020004"/>
                <a:ea typeface="Proxima Nova" panose="02000506030000020004"/>
                <a:cs typeface="Proxima Nova" panose="02000506030000020004"/>
                <a:sym typeface="Proxima Nova" panose="02000506030000020004"/>
              </a:rPr>
              <a:t>book appointments, access their medical records</a:t>
            </a:r>
            <a:r>
              <a:rPr lang="en-US" sz="2300">
                <a:solidFill>
                  <a:schemeClr val="dk1"/>
                </a:solidFill>
                <a:latin typeface="Proxima Nova" panose="02000506030000020004"/>
                <a:ea typeface="Proxima Nova" panose="02000506030000020004"/>
                <a:cs typeface="Proxima Nova" panose="02000506030000020004"/>
                <a:sym typeface="Proxima Nova" panose="02000506030000020004"/>
              </a:rPr>
              <a:t>, and </a:t>
            </a:r>
            <a:r>
              <a:rPr lang="en-US" sz="2300" b="1">
                <a:solidFill>
                  <a:schemeClr val="dk1"/>
                </a:solidFill>
                <a:latin typeface="Proxima Nova" panose="02000506030000020004"/>
                <a:ea typeface="Proxima Nova" panose="02000506030000020004"/>
                <a:cs typeface="Proxima Nova" panose="02000506030000020004"/>
                <a:sym typeface="Proxima Nova" panose="02000506030000020004"/>
              </a:rPr>
              <a:t>receive real-time updates</a:t>
            </a:r>
            <a:r>
              <a:rPr lang="en-US" sz="2300">
                <a:solidFill>
                  <a:schemeClr val="dk1"/>
                </a:solidFill>
                <a:latin typeface="Proxima Nova" panose="02000506030000020004"/>
                <a:ea typeface="Proxima Nova" panose="02000506030000020004"/>
                <a:cs typeface="Proxima Nova" panose="02000506030000020004"/>
                <a:sym typeface="Proxima Nova" panose="02000506030000020004"/>
              </a:rPr>
              <a:t>.</a:t>
            </a:r>
            <a:endParaRPr sz="23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74650" algn="l" rtl="0">
              <a:lnSpc>
                <a:spcPct val="115000"/>
              </a:lnSpc>
              <a:spcBef>
                <a:spcPts val="1000"/>
              </a:spcBef>
              <a:spcAft>
                <a:spcPts val="0"/>
              </a:spcAft>
              <a:buClr>
                <a:schemeClr val="dk1"/>
              </a:buClr>
              <a:buSzPts val="2300"/>
              <a:buFont typeface="Proxima Nova" panose="02000506030000020004"/>
              <a:buChar char="●"/>
            </a:pPr>
            <a:r>
              <a:rPr lang="en-US" sz="2300">
                <a:solidFill>
                  <a:schemeClr val="dk1"/>
                </a:solidFill>
                <a:latin typeface="Proxima Nova" panose="02000506030000020004"/>
                <a:ea typeface="Proxima Nova" panose="02000506030000020004"/>
                <a:cs typeface="Proxima Nova" panose="02000506030000020004"/>
                <a:sym typeface="Proxima Nova" panose="02000506030000020004"/>
              </a:rPr>
              <a:t>The system is built using </a:t>
            </a:r>
            <a:r>
              <a:rPr lang="en-US" sz="2300" b="1">
                <a:solidFill>
                  <a:schemeClr val="dk1"/>
                </a:solidFill>
                <a:latin typeface="Proxima Nova" panose="02000506030000020004"/>
                <a:ea typeface="Proxima Nova" panose="02000506030000020004"/>
                <a:cs typeface="Proxima Nova" panose="02000506030000020004"/>
                <a:sym typeface="Proxima Nova" panose="02000506030000020004"/>
              </a:rPr>
              <a:t>Firebase </a:t>
            </a:r>
            <a:r>
              <a:rPr lang="en-US" sz="2300">
                <a:solidFill>
                  <a:schemeClr val="dk1"/>
                </a:solidFill>
                <a:latin typeface="Proxima Nova" panose="02000506030000020004"/>
                <a:ea typeface="Proxima Nova" panose="02000506030000020004"/>
                <a:cs typeface="Proxima Nova" panose="02000506030000020004"/>
                <a:sym typeface="Proxima Nova" panose="02000506030000020004"/>
              </a:rPr>
              <a:t>and</a:t>
            </a:r>
            <a:r>
              <a:rPr lang="en-US" sz="2300" b="1">
                <a:solidFill>
                  <a:schemeClr val="dk1"/>
                </a:solidFill>
                <a:latin typeface="Proxima Nova" panose="02000506030000020004"/>
                <a:ea typeface="Proxima Nova" panose="02000506030000020004"/>
                <a:cs typeface="Proxima Nova" panose="02000506030000020004"/>
                <a:sym typeface="Proxima Nova" panose="02000506030000020004"/>
              </a:rPr>
              <a:t> Android technology.</a:t>
            </a:r>
            <a:endParaRPr sz="2300" b="1">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0" lvl="0" indent="0" algn="l" rtl="0">
              <a:lnSpc>
                <a:spcPct val="150000"/>
              </a:lnSpc>
              <a:spcBef>
                <a:spcPts val="0"/>
              </a:spcBef>
              <a:spcAft>
                <a:spcPts val="0"/>
              </a:spcAft>
              <a:buNone/>
            </a:pPr>
            <a:endParaRPr sz="22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0" lvl="0" indent="0" algn="l" rtl="0">
              <a:lnSpc>
                <a:spcPct val="150000"/>
              </a:lnSpc>
              <a:spcBef>
                <a:spcPts val="0"/>
              </a:spcBef>
              <a:spcAft>
                <a:spcPts val="0"/>
              </a:spcAft>
              <a:buNone/>
            </a:pPr>
            <a:endParaRPr sz="210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45" name="Shape 145"/>
        <p:cNvGrpSpPr/>
        <p:nvPr/>
      </p:nvGrpSpPr>
      <p:grpSpPr>
        <a:xfrm>
          <a:off x="0" y="0"/>
          <a:ext cx="0" cy="0"/>
          <a:chOff x="0" y="0"/>
          <a:chExt cx="0" cy="0"/>
        </a:xfrm>
      </p:grpSpPr>
      <p:sp>
        <p:nvSpPr>
          <p:cNvPr id="146" name="Google Shape;146;g3310e123f44_0_13"/>
          <p:cNvSpPr txBox="1"/>
          <p:nvPr>
            <p:ph type="title"/>
          </p:nvPr>
        </p:nvSpPr>
        <p:spPr>
          <a:xfrm>
            <a:off x="534259" y="309562"/>
            <a:ext cx="2320800" cy="4437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800">
                <a:solidFill>
                  <a:srgbClr val="04A2B9"/>
                </a:solidFill>
                <a:latin typeface="Proxima Nova" panose="02000506030000020004"/>
                <a:ea typeface="Proxima Nova" panose="02000506030000020004"/>
                <a:cs typeface="Proxima Nova" panose="02000506030000020004"/>
                <a:sym typeface="Proxima Nova" panose="02000506030000020004"/>
              </a:rPr>
              <a:t>Abstract</a:t>
            </a:r>
            <a:endParaRPr sz="280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47" name="Google Shape;147;g3310e123f44_0_13"/>
          <p:cNvSpPr txBox="1"/>
          <p:nvPr/>
        </p:nvSpPr>
        <p:spPr>
          <a:xfrm>
            <a:off x="480475" y="1239625"/>
            <a:ext cx="10945200" cy="4716000"/>
          </a:xfrm>
          <a:prstGeom prst="rect">
            <a:avLst/>
          </a:prstGeom>
          <a:noFill/>
          <a:ln>
            <a:noFill/>
          </a:ln>
        </p:spPr>
        <p:txBody>
          <a:bodyPr spcFirstLastPara="1" wrap="square" lIns="91425" tIns="91425" rIns="91425" bIns="91425" anchor="t" anchorCtr="0">
            <a:spAutoFit/>
          </a:bodyPr>
          <a:lstStyle/>
          <a:p>
            <a:pPr marL="457200" lvl="0" indent="-374650" algn="l" rtl="0">
              <a:lnSpc>
                <a:spcPct val="115000"/>
              </a:lnSpc>
              <a:spcBef>
                <a:spcPts val="1000"/>
              </a:spcBef>
              <a:spcAft>
                <a:spcPts val="0"/>
              </a:spcAft>
              <a:buClr>
                <a:schemeClr val="dk1"/>
              </a:buClr>
              <a:buSzPts val="2300"/>
              <a:buFont typeface="Proxima Nova" panose="02000506030000020004"/>
              <a:buChar char="●"/>
            </a:pPr>
            <a:r>
              <a:rPr lang="en-US" sz="2300">
                <a:solidFill>
                  <a:schemeClr val="dk1"/>
                </a:solidFill>
              </a:rPr>
              <a:t>A </a:t>
            </a:r>
            <a:r>
              <a:rPr lang="en-US" sz="2300" b="1">
                <a:solidFill>
                  <a:schemeClr val="dk1"/>
                </a:solidFill>
              </a:rPr>
              <a:t>doctor-patient interaction system</a:t>
            </a:r>
            <a:r>
              <a:rPr lang="en-US" sz="2300">
                <a:solidFill>
                  <a:schemeClr val="dk1"/>
                </a:solidFill>
              </a:rPr>
              <a:t> is essential with the rapid growth of communication technology.</a:t>
            </a:r>
            <a:endParaRPr sz="23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74650" algn="l" rtl="0">
              <a:lnSpc>
                <a:spcPct val="115000"/>
              </a:lnSpc>
              <a:spcBef>
                <a:spcPts val="1000"/>
              </a:spcBef>
              <a:spcAft>
                <a:spcPts val="0"/>
              </a:spcAft>
              <a:buClr>
                <a:schemeClr val="dk1"/>
              </a:buClr>
              <a:buSzPts val="2300"/>
              <a:buFont typeface="Proxima Nova" panose="02000506030000020004"/>
              <a:buChar char="●"/>
            </a:pPr>
            <a:r>
              <a:rPr lang="en-US" sz="2300">
                <a:solidFill>
                  <a:schemeClr val="dk1"/>
                </a:solidFill>
                <a:latin typeface="Proxima Nova" panose="02000506030000020004"/>
                <a:ea typeface="Proxima Nova" panose="02000506030000020004"/>
                <a:cs typeface="Proxima Nova" panose="02000506030000020004"/>
                <a:sym typeface="Proxima Nova" panose="02000506030000020004"/>
              </a:rPr>
              <a:t>T</a:t>
            </a:r>
            <a:r>
              <a:rPr lang="en-US" sz="2300">
                <a:solidFill>
                  <a:schemeClr val="dk1"/>
                </a:solidFill>
              </a:rPr>
              <a:t>he </a:t>
            </a:r>
            <a:r>
              <a:rPr lang="en-US" sz="2300" b="1">
                <a:solidFill>
                  <a:schemeClr val="dk1"/>
                </a:solidFill>
              </a:rPr>
              <a:t>App </a:t>
            </a:r>
            <a:r>
              <a:rPr lang="en-US" sz="2300">
                <a:solidFill>
                  <a:schemeClr val="dk1"/>
                </a:solidFill>
              </a:rPr>
              <a:t>helps bridge </a:t>
            </a:r>
            <a:r>
              <a:rPr lang="en-US" sz="2300" b="1">
                <a:solidFill>
                  <a:schemeClr val="dk1"/>
                </a:solidFill>
              </a:rPr>
              <a:t>time and distance gaps</a:t>
            </a:r>
            <a:r>
              <a:rPr lang="en-US" sz="2300">
                <a:solidFill>
                  <a:schemeClr val="dk1"/>
                </a:solidFill>
              </a:rPr>
              <a:t>, enabling </a:t>
            </a:r>
            <a:r>
              <a:rPr lang="en-US" sz="2300" b="1">
                <a:solidFill>
                  <a:schemeClr val="dk1"/>
                </a:solidFill>
              </a:rPr>
              <a:t>faster and more efficient</a:t>
            </a:r>
            <a:r>
              <a:rPr lang="en-US" sz="2300">
                <a:solidFill>
                  <a:schemeClr val="dk1"/>
                </a:solidFill>
              </a:rPr>
              <a:t> medical services.</a:t>
            </a:r>
            <a:endParaRPr sz="23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74650" algn="l" rtl="0">
              <a:lnSpc>
                <a:spcPct val="115000"/>
              </a:lnSpc>
              <a:spcBef>
                <a:spcPts val="1000"/>
              </a:spcBef>
              <a:spcAft>
                <a:spcPts val="0"/>
              </a:spcAft>
              <a:buClr>
                <a:schemeClr val="dk1"/>
              </a:buClr>
              <a:buSzPts val="2300"/>
              <a:buFont typeface="Proxima Nova" panose="02000506030000020004"/>
              <a:buChar char="●"/>
            </a:pPr>
            <a:r>
              <a:rPr lang="en-US" sz="2300">
                <a:solidFill>
                  <a:schemeClr val="dk1"/>
                </a:solidFill>
              </a:rPr>
              <a:t>The system connects </a:t>
            </a:r>
            <a:r>
              <a:rPr lang="en-US" sz="2300" b="1">
                <a:solidFill>
                  <a:schemeClr val="dk1"/>
                </a:solidFill>
              </a:rPr>
              <a:t>users with medical services</a:t>
            </a:r>
            <a:r>
              <a:rPr lang="en-US" sz="2300">
                <a:solidFill>
                  <a:schemeClr val="dk1"/>
                </a:solidFill>
              </a:rPr>
              <a:t>, allowing easy access to patient data and consultations.</a:t>
            </a:r>
            <a:endParaRPr sz="23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74650" algn="l" rtl="0">
              <a:lnSpc>
                <a:spcPct val="115000"/>
              </a:lnSpc>
              <a:spcBef>
                <a:spcPts val="1000"/>
              </a:spcBef>
              <a:spcAft>
                <a:spcPts val="0"/>
              </a:spcAft>
              <a:buClr>
                <a:schemeClr val="dk1"/>
              </a:buClr>
              <a:buSzPts val="2300"/>
              <a:buFont typeface="Proxima Nova" panose="02000506030000020004"/>
              <a:buChar char="●"/>
            </a:pPr>
            <a:r>
              <a:rPr lang="en-US" sz="2300" b="1">
                <a:solidFill>
                  <a:schemeClr val="dk1"/>
                </a:solidFill>
              </a:rPr>
              <a:t>App platforms, App services, and databases</a:t>
            </a:r>
            <a:r>
              <a:rPr lang="en-US" sz="2300">
                <a:solidFill>
                  <a:schemeClr val="dk1"/>
                </a:solidFill>
              </a:rPr>
              <a:t> have advanced, making it possible to develop an effective system.</a:t>
            </a:r>
            <a:endParaRPr sz="2300">
              <a:solidFill>
                <a:schemeClr val="dk1"/>
              </a:solidFill>
              <a:latin typeface="Proxima Nova" panose="02000506030000020004"/>
              <a:ea typeface="Proxima Nova" panose="02000506030000020004"/>
              <a:cs typeface="Proxima Nova" panose="02000506030000020004"/>
              <a:sym typeface="Proxima Nova" panose="02000506030000020004"/>
            </a:endParaRPr>
          </a:p>
          <a:p>
            <a:pPr marL="457200" lvl="0" indent="-374650" algn="l" rtl="0">
              <a:lnSpc>
                <a:spcPct val="115000"/>
              </a:lnSpc>
              <a:spcBef>
                <a:spcPts val="1000"/>
              </a:spcBef>
              <a:spcAft>
                <a:spcPts val="0"/>
              </a:spcAft>
              <a:buClr>
                <a:schemeClr val="dk1"/>
              </a:buClr>
              <a:buSzPts val="2300"/>
              <a:buFont typeface="Proxima Nova" panose="02000506030000020004"/>
              <a:buChar char="●"/>
            </a:pPr>
            <a:r>
              <a:rPr lang="en-US" sz="2300">
                <a:solidFill>
                  <a:schemeClr val="dk1"/>
                </a:solidFill>
              </a:rPr>
              <a:t>The goal is to </a:t>
            </a:r>
            <a:r>
              <a:rPr lang="en-US" sz="2300" b="1">
                <a:solidFill>
                  <a:schemeClr val="dk1"/>
                </a:solidFill>
              </a:rPr>
              <a:t>enhance patient care</a:t>
            </a:r>
            <a:r>
              <a:rPr lang="en-US" sz="2300">
                <a:solidFill>
                  <a:schemeClr val="dk1"/>
                </a:solidFill>
              </a:rPr>
              <a:t>, </a:t>
            </a:r>
            <a:r>
              <a:rPr lang="en-US" sz="2300" b="1">
                <a:solidFill>
                  <a:schemeClr val="dk1"/>
                </a:solidFill>
              </a:rPr>
              <a:t>improve doctor efficiency</a:t>
            </a:r>
            <a:r>
              <a:rPr lang="en-US" sz="2300">
                <a:solidFill>
                  <a:schemeClr val="dk1"/>
                </a:solidFill>
              </a:rPr>
              <a:t>, and </a:t>
            </a:r>
            <a:r>
              <a:rPr lang="en-US" sz="2300" b="1">
                <a:solidFill>
                  <a:schemeClr val="dk1"/>
                </a:solidFill>
              </a:rPr>
              <a:t>provide a seamless communication platform</a:t>
            </a:r>
            <a:r>
              <a:rPr lang="en-US" sz="2300">
                <a:solidFill>
                  <a:schemeClr val="dk1"/>
                </a:solidFill>
              </a:rPr>
              <a:t> for healthcare services.</a:t>
            </a:r>
            <a:endParaRPr sz="230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51" name="Shape 151"/>
        <p:cNvGrpSpPr/>
        <p:nvPr/>
      </p:nvGrpSpPr>
      <p:grpSpPr>
        <a:xfrm>
          <a:off x="0" y="0"/>
          <a:ext cx="0" cy="0"/>
          <a:chOff x="0" y="0"/>
          <a:chExt cx="0" cy="0"/>
        </a:xfrm>
      </p:grpSpPr>
      <p:sp>
        <p:nvSpPr>
          <p:cNvPr id="152" name="Google Shape;152;g3310e123f44_0_33"/>
          <p:cNvSpPr txBox="1"/>
          <p:nvPr>
            <p:ph type="title"/>
          </p:nvPr>
        </p:nvSpPr>
        <p:spPr>
          <a:xfrm>
            <a:off x="534259" y="309562"/>
            <a:ext cx="2320800" cy="1011600"/>
          </a:xfrm>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0"/>
              </a:spcAft>
              <a:buClr>
                <a:schemeClr val="dk1"/>
              </a:buClr>
              <a:buSzPts val="1100"/>
              <a:buFont typeface="Arial" panose="020B0604020202020204"/>
              <a:buNone/>
            </a:pPr>
            <a:r>
              <a:rPr lang="en-US" sz="2800">
                <a:solidFill>
                  <a:srgbClr val="04A2B9"/>
                </a:solidFill>
                <a:latin typeface="Ubuntu" panose="020B0504030602030204"/>
                <a:ea typeface="Ubuntu" panose="020B0504030602030204"/>
                <a:cs typeface="Ubuntu" panose="020B0504030602030204"/>
                <a:sym typeface="Ubuntu" panose="020B0504030602030204"/>
              </a:rPr>
              <a:t>Flowchart</a:t>
            </a:r>
            <a:endParaRPr sz="2800">
              <a:solidFill>
                <a:srgbClr val="04A2B9"/>
              </a:solidFill>
              <a:latin typeface="Proxima Nova" panose="02000506030000020004"/>
              <a:ea typeface="Proxima Nova" panose="02000506030000020004"/>
              <a:cs typeface="Proxima Nova" panose="02000506030000020004"/>
              <a:sym typeface="Proxima Nova" panose="02000506030000020004"/>
            </a:endParaRPr>
          </a:p>
          <a:p>
            <a:pPr marL="0" lvl="0" indent="0" algn="l" rtl="0">
              <a:lnSpc>
                <a:spcPct val="100000"/>
              </a:lnSpc>
              <a:spcBef>
                <a:spcPts val="800"/>
              </a:spcBef>
              <a:spcAft>
                <a:spcPts val="0"/>
              </a:spcAft>
              <a:buClr>
                <a:srgbClr val="04A2B9"/>
              </a:buClr>
              <a:buSzPts val="2400"/>
              <a:buFont typeface="Proxima Nova" panose="02000506030000020004"/>
              <a:buNone/>
            </a:pPr>
            <a:endParaRPr sz="280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53" name="Google Shape;153;g3310e123f44_0_33"/>
          <p:cNvSpPr txBox="1"/>
          <p:nvPr/>
        </p:nvSpPr>
        <p:spPr>
          <a:xfrm>
            <a:off x="480475" y="1239625"/>
            <a:ext cx="10945200" cy="538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000"/>
              </a:spcBef>
              <a:spcAft>
                <a:spcPts val="0"/>
              </a:spcAft>
              <a:buNone/>
            </a:pPr>
            <a:endParaRPr sz="230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pic>
        <p:nvPicPr>
          <p:cNvPr id="154" name="Google Shape;154;g3310e123f44_0_33"/>
          <p:cNvPicPr preferRelativeResize="0"/>
          <p:nvPr/>
        </p:nvPicPr>
        <p:blipFill>
          <a:blip r:embed="rId2"/>
          <a:stretch>
            <a:fillRect/>
          </a:stretch>
        </p:blipFill>
        <p:spPr>
          <a:xfrm>
            <a:off x="1425825" y="1037450"/>
            <a:ext cx="9543350" cy="5678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58" name="Shape 158"/>
        <p:cNvGrpSpPr/>
        <p:nvPr/>
      </p:nvGrpSpPr>
      <p:grpSpPr>
        <a:xfrm>
          <a:off x="0" y="0"/>
          <a:ext cx="0" cy="0"/>
          <a:chOff x="0" y="0"/>
          <a:chExt cx="0" cy="0"/>
        </a:xfrm>
      </p:grpSpPr>
      <p:sp>
        <p:nvSpPr>
          <p:cNvPr id="159" name="Google Shape;159;g3310e123f44_0_39"/>
          <p:cNvSpPr txBox="1"/>
          <p:nvPr>
            <p:ph type="title"/>
          </p:nvPr>
        </p:nvSpPr>
        <p:spPr>
          <a:xfrm>
            <a:off x="534259" y="309562"/>
            <a:ext cx="2320800" cy="443700"/>
          </a:xfrm>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800"/>
              </a:spcAft>
              <a:buClr>
                <a:schemeClr val="dk1"/>
              </a:buClr>
              <a:buSzPts val="1100"/>
              <a:buFont typeface="Arial" panose="020B0604020202020204"/>
              <a:buNone/>
            </a:pPr>
            <a:r>
              <a:rPr lang="en-US" sz="2800">
                <a:solidFill>
                  <a:srgbClr val="04A2B9"/>
                </a:solidFill>
                <a:latin typeface="Ubuntu" panose="020B0504030602030204"/>
                <a:ea typeface="Ubuntu" panose="020B0504030602030204"/>
                <a:cs typeface="Ubuntu" panose="020B0504030602030204"/>
                <a:sym typeface="Ubuntu" panose="020B0504030602030204"/>
              </a:rPr>
              <a:t>Database</a:t>
            </a:r>
            <a:endParaRPr sz="280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graphicFrame>
        <p:nvGraphicFramePr>
          <p:cNvPr id="160" name="Google Shape;160;g3310e123f44_0_39"/>
          <p:cNvGraphicFramePr/>
          <p:nvPr/>
        </p:nvGraphicFramePr>
        <p:xfrm>
          <a:off x="789350" y="1486300"/>
          <a:ext cx="3455000" cy="3000000"/>
        </p:xfrm>
        <a:graphic>
          <a:graphicData uri="http://schemas.openxmlformats.org/drawingml/2006/table">
            <a:tbl>
              <a:tblPr>
                <a:noFill/>
                <a:tableStyleId>{BF751DA3-4885-44F4-ABE5-DE853D4918EA}</a:tableStyleId>
              </a:tblPr>
              <a:tblGrid>
                <a:gridCol w="1727500"/>
                <a:gridCol w="1727500"/>
              </a:tblGrid>
              <a:tr h="252025">
                <a:tc>
                  <a:txBody>
                    <a:bodyPr/>
                    <a:lstStyle/>
                    <a:p>
                      <a:pPr marL="0" lvl="0" indent="0" algn="ctr" rtl="0">
                        <a:lnSpc>
                          <a:spcPct val="115000"/>
                        </a:lnSpc>
                        <a:spcBef>
                          <a:spcPts val="0"/>
                        </a:spcBef>
                        <a:spcAft>
                          <a:spcPts val="0"/>
                        </a:spcAft>
                        <a:buNone/>
                      </a:pPr>
                      <a:r>
                        <a:rPr lang="en-US" sz="1000" b="1"/>
                        <a:t>Column Name</a:t>
                      </a:r>
                      <a:endParaRPr sz="1000" b="1"/>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Data Type</a:t>
                      </a:r>
                      <a:endParaRPr sz="1000" b="1"/>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52025">
                <a:tc>
                  <a:txBody>
                    <a:bodyPr/>
                    <a:lstStyle/>
                    <a:p>
                      <a:pPr marL="0" lvl="0" indent="0" algn="l" rtl="0">
                        <a:lnSpc>
                          <a:spcPct val="115000"/>
                        </a:lnSpc>
                        <a:spcBef>
                          <a:spcPts val="0"/>
                        </a:spcBef>
                        <a:spcAft>
                          <a:spcPts val="0"/>
                        </a:spcAft>
                        <a:buNone/>
                      </a:pPr>
                      <a:r>
                        <a:rPr lang="en-US" sz="1000"/>
                        <a:t>admin_id</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INT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52025">
                <a:tc>
                  <a:txBody>
                    <a:bodyPr/>
                    <a:lstStyle/>
                    <a:p>
                      <a:pPr marL="0" lvl="0" indent="0" algn="l" rtl="0">
                        <a:lnSpc>
                          <a:spcPct val="115000"/>
                        </a:lnSpc>
                        <a:spcBef>
                          <a:spcPts val="0"/>
                        </a:spcBef>
                        <a:spcAft>
                          <a:spcPts val="0"/>
                        </a:spcAft>
                        <a:buNone/>
                      </a:pPr>
                      <a:r>
                        <a:rPr lang="en-US" sz="1000"/>
                        <a:t>email</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VARCHAR(255)</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52025">
                <a:tc>
                  <a:txBody>
                    <a:bodyPr/>
                    <a:lstStyle/>
                    <a:p>
                      <a:pPr marL="0" lvl="0" indent="0" algn="l" rtl="0">
                        <a:lnSpc>
                          <a:spcPct val="115000"/>
                        </a:lnSpc>
                        <a:spcBef>
                          <a:spcPts val="0"/>
                        </a:spcBef>
                        <a:spcAft>
                          <a:spcPts val="0"/>
                        </a:spcAft>
                        <a:buNone/>
                      </a:pPr>
                      <a:r>
                        <a:rPr lang="en-US" sz="1000"/>
                        <a:t>password</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VARCHAR(255)</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bl>
          </a:graphicData>
        </a:graphic>
      </p:graphicFrame>
      <p:graphicFrame>
        <p:nvGraphicFramePr>
          <p:cNvPr id="161" name="Google Shape;161;g3310e123f44_0_39"/>
          <p:cNvGraphicFramePr/>
          <p:nvPr/>
        </p:nvGraphicFramePr>
        <p:xfrm>
          <a:off x="805300" y="2953150"/>
          <a:ext cx="3423100" cy="3000000"/>
        </p:xfrm>
        <a:graphic>
          <a:graphicData uri="http://schemas.openxmlformats.org/drawingml/2006/table">
            <a:tbl>
              <a:tblPr>
                <a:noFill/>
                <a:tableStyleId>{BF751DA3-4885-44F4-ABE5-DE853D4918EA}</a:tableStyleId>
              </a:tblPr>
              <a:tblGrid>
                <a:gridCol w="952500"/>
                <a:gridCol w="2470600"/>
              </a:tblGrid>
              <a:tr h="200025">
                <a:tc>
                  <a:txBody>
                    <a:bodyPr/>
                    <a:lstStyle/>
                    <a:p>
                      <a:pPr marL="0" lvl="0" indent="0" algn="ctr" rtl="0">
                        <a:lnSpc>
                          <a:spcPct val="115000"/>
                        </a:lnSpc>
                        <a:spcBef>
                          <a:spcPts val="0"/>
                        </a:spcBef>
                        <a:spcAft>
                          <a:spcPts val="0"/>
                        </a:spcAft>
                        <a:buNone/>
                      </a:pPr>
                      <a:r>
                        <a:rPr lang="en-US" sz="1000" b="1"/>
                        <a:t>Column Name</a:t>
                      </a:r>
                      <a:endParaRPr sz="1000" b="1"/>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Data Type</a:t>
                      </a:r>
                      <a:endParaRPr sz="1000" b="1"/>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doctor_id</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INT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name</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VARCHAR(255)</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gender</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VARCHAR(50)</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dob</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DATE</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email</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VARCHAR(255)</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phone</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VARCHAR(20)</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specialization</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VARCHAR(255)</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experience</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INT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bl>
          </a:graphicData>
        </a:graphic>
      </p:graphicFrame>
      <p:graphicFrame>
        <p:nvGraphicFramePr>
          <p:cNvPr id="162" name="Google Shape;162;g3310e123f44_0_39"/>
          <p:cNvGraphicFramePr/>
          <p:nvPr/>
        </p:nvGraphicFramePr>
        <p:xfrm>
          <a:off x="6246050" y="1476410"/>
          <a:ext cx="3423100" cy="3000000"/>
        </p:xfrm>
        <a:graphic>
          <a:graphicData uri="http://schemas.openxmlformats.org/drawingml/2006/table">
            <a:tbl>
              <a:tblPr>
                <a:noFill/>
                <a:tableStyleId>{BF751DA3-4885-44F4-ABE5-DE853D4918EA}</a:tableStyleId>
              </a:tblPr>
              <a:tblGrid>
                <a:gridCol w="1711550"/>
                <a:gridCol w="1711550"/>
              </a:tblGrid>
              <a:tr h="200025">
                <a:tc>
                  <a:txBody>
                    <a:bodyPr/>
                    <a:lstStyle/>
                    <a:p>
                      <a:pPr marL="0" lvl="0" indent="0" algn="ctr" rtl="0">
                        <a:lnSpc>
                          <a:spcPct val="115000"/>
                        </a:lnSpc>
                        <a:spcBef>
                          <a:spcPts val="0"/>
                        </a:spcBef>
                        <a:spcAft>
                          <a:spcPts val="0"/>
                        </a:spcAft>
                        <a:buNone/>
                      </a:pPr>
                      <a:r>
                        <a:rPr lang="en-US" sz="1000" b="1"/>
                        <a:t>Column Name</a:t>
                      </a:r>
                      <a:endParaRPr sz="1000" b="1"/>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Data Type</a:t>
                      </a:r>
                      <a:endParaRPr sz="1000" b="1"/>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patient_id</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INT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name</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VARCHAR(255)</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gender</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VARCHAR(50)</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dob</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DATE</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email</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VARCHAR(255)</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phone</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VARCHAR(20)</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bl>
          </a:graphicData>
        </a:graphic>
      </p:graphicFrame>
      <p:graphicFrame>
        <p:nvGraphicFramePr>
          <p:cNvPr id="163" name="Google Shape;163;g3310e123f44_0_39"/>
          <p:cNvGraphicFramePr/>
          <p:nvPr/>
        </p:nvGraphicFramePr>
        <p:xfrm>
          <a:off x="6246050" y="3429400"/>
          <a:ext cx="3423100" cy="3000000"/>
        </p:xfrm>
        <a:graphic>
          <a:graphicData uri="http://schemas.openxmlformats.org/drawingml/2006/table">
            <a:tbl>
              <a:tblPr>
                <a:noFill/>
                <a:tableStyleId>{BF751DA3-4885-44F4-ABE5-DE853D4918EA}</a:tableStyleId>
              </a:tblPr>
              <a:tblGrid>
                <a:gridCol w="1711550"/>
                <a:gridCol w="1711550"/>
              </a:tblGrid>
              <a:tr h="200025">
                <a:tc>
                  <a:txBody>
                    <a:bodyPr/>
                    <a:lstStyle/>
                    <a:p>
                      <a:pPr marL="0" lvl="0" indent="0" algn="ctr" rtl="0">
                        <a:lnSpc>
                          <a:spcPct val="115000"/>
                        </a:lnSpc>
                        <a:spcBef>
                          <a:spcPts val="0"/>
                        </a:spcBef>
                        <a:spcAft>
                          <a:spcPts val="0"/>
                        </a:spcAft>
                        <a:buNone/>
                      </a:pPr>
                      <a:r>
                        <a:rPr lang="en-US" sz="1000" b="1"/>
                        <a:t>Column Name</a:t>
                      </a:r>
                      <a:endParaRPr sz="1000" b="1"/>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Data Type</a:t>
                      </a:r>
                      <a:endParaRPr sz="1000" b="1"/>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appointment_id</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INT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doctor_id</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INT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0">
                <a:tc>
                  <a:txBody>
                    <a:bodyPr/>
                    <a:lstStyle/>
                    <a:p>
                      <a:pPr marL="0" lvl="0" indent="0" algn="l" rtl="0">
                        <a:lnSpc>
                          <a:spcPct val="115000"/>
                        </a:lnSpc>
                        <a:spcBef>
                          <a:spcPts val="0"/>
                        </a:spcBef>
                        <a:spcAft>
                          <a:spcPts val="0"/>
                        </a:spcAft>
                        <a:buNone/>
                      </a:pPr>
                      <a:r>
                        <a:rPr lang="en-US" sz="1000"/>
                        <a:t>patient_id</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INT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date</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DATE</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time</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TIME</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availability</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VARCHAR(100)</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bl>
          </a:graphicData>
        </a:graphic>
      </p:graphicFrame>
      <p:graphicFrame>
        <p:nvGraphicFramePr>
          <p:cNvPr id="164" name="Google Shape;164;g3310e123f44_0_39"/>
          <p:cNvGraphicFramePr/>
          <p:nvPr/>
        </p:nvGraphicFramePr>
        <p:xfrm>
          <a:off x="805300" y="5209400"/>
          <a:ext cx="3455000" cy="3000000"/>
        </p:xfrm>
        <a:graphic>
          <a:graphicData uri="http://schemas.openxmlformats.org/drawingml/2006/table">
            <a:tbl>
              <a:tblPr>
                <a:noFill/>
                <a:tableStyleId>{BF751DA3-4885-44F4-ABE5-DE853D4918EA}</a:tableStyleId>
              </a:tblPr>
              <a:tblGrid>
                <a:gridCol w="1727500"/>
                <a:gridCol w="1727500"/>
              </a:tblGrid>
              <a:tr h="200025">
                <a:tc>
                  <a:txBody>
                    <a:bodyPr/>
                    <a:lstStyle/>
                    <a:p>
                      <a:pPr marL="0" lvl="0" indent="0" algn="ctr" rtl="0">
                        <a:lnSpc>
                          <a:spcPct val="115000"/>
                        </a:lnSpc>
                        <a:spcBef>
                          <a:spcPts val="0"/>
                        </a:spcBef>
                        <a:spcAft>
                          <a:spcPts val="0"/>
                        </a:spcAft>
                        <a:buNone/>
                      </a:pPr>
                      <a:r>
                        <a:rPr lang="en-US" sz="1000" b="1"/>
                        <a:t>Column Name</a:t>
                      </a:r>
                      <a:endParaRPr sz="1000" b="1"/>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Data Type</a:t>
                      </a:r>
                      <a:endParaRPr sz="1000" b="1"/>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record_id</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INT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patient_id</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INT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doctor_id</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INT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treatment_plan</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TEXT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created_at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DATE</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bl>
          </a:graphicData>
        </a:graphic>
      </p:graphicFrame>
      <p:graphicFrame>
        <p:nvGraphicFramePr>
          <p:cNvPr id="165" name="Google Shape;165;g3310e123f44_0_39"/>
          <p:cNvGraphicFramePr/>
          <p:nvPr/>
        </p:nvGraphicFramePr>
        <p:xfrm>
          <a:off x="6246050" y="5399900"/>
          <a:ext cx="3423100" cy="3000000"/>
        </p:xfrm>
        <a:graphic>
          <a:graphicData uri="http://schemas.openxmlformats.org/drawingml/2006/table">
            <a:tbl>
              <a:tblPr>
                <a:noFill/>
                <a:tableStyleId>{BF751DA3-4885-44F4-ABE5-DE853D4918EA}</a:tableStyleId>
              </a:tblPr>
              <a:tblGrid>
                <a:gridCol w="1711550"/>
                <a:gridCol w="1711550"/>
              </a:tblGrid>
              <a:tr h="200025">
                <a:tc>
                  <a:txBody>
                    <a:bodyPr/>
                    <a:lstStyle/>
                    <a:p>
                      <a:pPr marL="0" lvl="0" indent="0" algn="ctr" rtl="0">
                        <a:lnSpc>
                          <a:spcPct val="115000"/>
                        </a:lnSpc>
                        <a:spcBef>
                          <a:spcPts val="0"/>
                        </a:spcBef>
                        <a:spcAft>
                          <a:spcPts val="0"/>
                        </a:spcAft>
                        <a:buNone/>
                      </a:pPr>
                      <a:r>
                        <a:rPr lang="en-US" sz="1000" b="1"/>
                        <a:t>Column Name</a:t>
                      </a:r>
                      <a:endParaRPr sz="1000" b="1"/>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Data Type</a:t>
                      </a:r>
                      <a:endParaRPr sz="1000" b="1"/>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feedback_id</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INT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patient_id</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INT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rating</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INT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r h="200025">
                <a:tc>
                  <a:txBody>
                    <a:bodyPr/>
                    <a:lstStyle/>
                    <a:p>
                      <a:pPr marL="0" lvl="0" indent="0" algn="l" rtl="0">
                        <a:lnSpc>
                          <a:spcPct val="115000"/>
                        </a:lnSpc>
                        <a:spcBef>
                          <a:spcPts val="0"/>
                        </a:spcBef>
                        <a:spcAft>
                          <a:spcPts val="0"/>
                        </a:spcAft>
                        <a:buNone/>
                      </a:pPr>
                      <a:r>
                        <a:rPr lang="en-US" sz="1000"/>
                        <a:t>comments</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a:t>TEXT</a:t>
                      </a:r>
                      <a:endParaRPr sz="1000"/>
                    </a:p>
                  </a:txBody>
                  <a:tcPr marL="28575" marR="28575" marT="19050" marB="19050" anchor="b">
                    <a:lnL w="7150" cap="flat" cmpd="sng">
                      <a:solidFill>
                        <a:srgbClr val="CCCCCC"/>
                      </a:solidFill>
                      <a:prstDash val="solid"/>
                      <a:round/>
                      <a:headEnd type="none" w="sm" len="sm"/>
                      <a:tailEnd type="none" w="sm" len="sm"/>
                    </a:lnL>
                    <a:lnR w="7150" cap="flat" cmpd="sng">
                      <a:solidFill>
                        <a:srgbClr val="CCCCCC"/>
                      </a:solidFill>
                      <a:prstDash val="solid"/>
                      <a:round/>
                      <a:headEnd type="none" w="sm" len="sm"/>
                      <a:tailEnd type="none" w="sm" len="sm"/>
                    </a:lnR>
                    <a:lnT w="7150" cap="flat" cmpd="sng">
                      <a:solidFill>
                        <a:srgbClr val="CCCCCC"/>
                      </a:solidFill>
                      <a:prstDash val="solid"/>
                      <a:round/>
                      <a:headEnd type="none" w="sm" len="sm"/>
                      <a:tailEnd type="none" w="sm" len="sm"/>
                    </a:lnT>
                    <a:lnB w="7150" cap="flat" cmpd="sng">
                      <a:solidFill>
                        <a:srgbClr val="CCCCCC"/>
                      </a:solidFill>
                      <a:prstDash val="solid"/>
                      <a:round/>
                      <a:headEnd type="none" w="sm" len="sm"/>
                      <a:tailEnd type="none" w="sm" len="sm"/>
                    </a:lnB>
                  </a:tcPr>
                </a:tc>
              </a:tr>
            </a:tbl>
          </a:graphicData>
        </a:graphic>
      </p:graphicFrame>
      <p:sp>
        <p:nvSpPr>
          <p:cNvPr id="166" name="Google Shape;166;g3310e123f44_0_39"/>
          <p:cNvSpPr txBox="1"/>
          <p:nvPr/>
        </p:nvSpPr>
        <p:spPr>
          <a:xfrm>
            <a:off x="618475" y="1023700"/>
            <a:ext cx="6114900" cy="53880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Clr>
                <a:schemeClr val="dk1"/>
              </a:buClr>
              <a:buSzPts val="2300"/>
              <a:buFont typeface="Calibri" panose="020F0502020204030204"/>
              <a:buChar char="●"/>
            </a:pPr>
            <a:r>
              <a:rPr lang="en-US" sz="2300">
                <a:solidFill>
                  <a:schemeClr val="dk1"/>
                </a:solidFill>
                <a:latin typeface="Calibri" panose="020F0502020204030204"/>
                <a:ea typeface="Calibri" panose="020F0502020204030204"/>
                <a:cs typeface="Calibri" panose="020F0502020204030204"/>
                <a:sym typeface="Calibri" panose="020F0502020204030204"/>
              </a:rPr>
              <a:t>Admin</a:t>
            </a:r>
            <a:endParaRPr sz="23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7" name="Google Shape;167;g3310e123f44_0_39"/>
          <p:cNvSpPr txBox="1"/>
          <p:nvPr/>
        </p:nvSpPr>
        <p:spPr>
          <a:xfrm>
            <a:off x="618475" y="2478440"/>
            <a:ext cx="3000000" cy="53880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Clr>
                <a:schemeClr val="dk1"/>
              </a:buClr>
              <a:buSzPts val="2300"/>
              <a:buFont typeface="Calibri" panose="020F0502020204030204"/>
              <a:buChar char="●"/>
            </a:pPr>
            <a:r>
              <a:rPr lang="en-US" sz="2300">
                <a:solidFill>
                  <a:schemeClr val="dk1"/>
                </a:solidFill>
                <a:latin typeface="Calibri" panose="020F0502020204030204"/>
                <a:ea typeface="Calibri" panose="020F0502020204030204"/>
                <a:cs typeface="Calibri" panose="020F0502020204030204"/>
                <a:sym typeface="Calibri" panose="020F0502020204030204"/>
              </a:rPr>
              <a:t>Doctor</a:t>
            </a:r>
            <a:endParaRPr sz="23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8" name="Google Shape;168;g3310e123f44_0_39"/>
          <p:cNvSpPr txBox="1"/>
          <p:nvPr/>
        </p:nvSpPr>
        <p:spPr>
          <a:xfrm>
            <a:off x="6055720" y="1023700"/>
            <a:ext cx="3000000" cy="53880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Clr>
                <a:schemeClr val="dk1"/>
              </a:buClr>
              <a:buSzPts val="2300"/>
              <a:buFont typeface="Calibri" panose="020F0502020204030204"/>
              <a:buChar char="●"/>
            </a:pPr>
            <a:r>
              <a:rPr lang="en-US" sz="2300">
                <a:solidFill>
                  <a:schemeClr val="dk1"/>
                </a:solidFill>
                <a:latin typeface="Calibri" panose="020F0502020204030204"/>
                <a:ea typeface="Calibri" panose="020F0502020204030204"/>
                <a:cs typeface="Calibri" panose="020F0502020204030204"/>
                <a:sym typeface="Calibri" panose="020F0502020204030204"/>
              </a:rPr>
              <a:t>Patient</a:t>
            </a:r>
            <a:endParaRPr sz="23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9" name="Google Shape;169;g3310e123f44_0_39"/>
          <p:cNvSpPr txBox="1"/>
          <p:nvPr/>
        </p:nvSpPr>
        <p:spPr>
          <a:xfrm>
            <a:off x="6096000" y="2935640"/>
            <a:ext cx="3000000" cy="53880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Clr>
                <a:schemeClr val="dk1"/>
              </a:buClr>
              <a:buSzPts val="2300"/>
              <a:buFont typeface="Calibri" panose="020F0502020204030204"/>
              <a:buChar char="●"/>
            </a:pPr>
            <a:r>
              <a:rPr lang="en-US" sz="2300">
                <a:solidFill>
                  <a:schemeClr val="dk1"/>
                </a:solidFill>
                <a:latin typeface="Calibri" panose="020F0502020204030204"/>
                <a:ea typeface="Calibri" panose="020F0502020204030204"/>
                <a:cs typeface="Calibri" panose="020F0502020204030204"/>
                <a:sym typeface="Calibri" panose="020F0502020204030204"/>
              </a:rPr>
              <a:t>Appointment</a:t>
            </a:r>
            <a:endParaRPr sz="23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0" name="Google Shape;170;g3310e123f44_0_39"/>
          <p:cNvSpPr txBox="1"/>
          <p:nvPr/>
        </p:nvSpPr>
        <p:spPr>
          <a:xfrm>
            <a:off x="6096000" y="4916160"/>
            <a:ext cx="3000000" cy="53880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Clr>
                <a:schemeClr val="dk1"/>
              </a:buClr>
              <a:buSzPts val="2300"/>
              <a:buFont typeface="Calibri" panose="020F0502020204030204"/>
              <a:buChar char="●"/>
            </a:pPr>
            <a:r>
              <a:rPr lang="en-US" sz="2300">
                <a:solidFill>
                  <a:schemeClr val="dk1"/>
                </a:solidFill>
                <a:latin typeface="Calibri" panose="020F0502020204030204"/>
                <a:ea typeface="Calibri" panose="020F0502020204030204"/>
                <a:cs typeface="Calibri" panose="020F0502020204030204"/>
                <a:sym typeface="Calibri" panose="020F0502020204030204"/>
              </a:rPr>
              <a:t>Feedback</a:t>
            </a:r>
            <a:endParaRPr sz="23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1" name="Google Shape;171;g3310e123f44_0_39"/>
          <p:cNvSpPr txBox="1"/>
          <p:nvPr/>
        </p:nvSpPr>
        <p:spPr>
          <a:xfrm>
            <a:off x="636950" y="4788150"/>
            <a:ext cx="3000000" cy="53880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Clr>
                <a:schemeClr val="dk1"/>
              </a:buClr>
              <a:buSzPts val="2300"/>
              <a:buFont typeface="Calibri" panose="020F0502020204030204"/>
              <a:buChar char="●"/>
            </a:pPr>
            <a:r>
              <a:rPr lang="en-US" sz="2300">
                <a:solidFill>
                  <a:schemeClr val="dk1"/>
                </a:solidFill>
                <a:latin typeface="Calibri" panose="020F0502020204030204"/>
                <a:ea typeface="Calibri" panose="020F0502020204030204"/>
                <a:cs typeface="Calibri" panose="020F0502020204030204"/>
                <a:sym typeface="Calibri" panose="020F0502020204030204"/>
              </a:rPr>
              <a:t>Record</a:t>
            </a:r>
            <a:endParaRPr sz="23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75" name="Shape 175"/>
        <p:cNvGrpSpPr/>
        <p:nvPr/>
      </p:nvGrpSpPr>
      <p:grpSpPr>
        <a:xfrm>
          <a:off x="0" y="0"/>
          <a:ext cx="0" cy="0"/>
          <a:chOff x="0" y="0"/>
          <a:chExt cx="0" cy="0"/>
        </a:xfrm>
      </p:grpSpPr>
      <p:sp>
        <p:nvSpPr>
          <p:cNvPr id="176" name="Google Shape;176;g3310e123f44_0_45"/>
          <p:cNvSpPr txBox="1"/>
          <p:nvPr>
            <p:ph type="title"/>
          </p:nvPr>
        </p:nvSpPr>
        <p:spPr>
          <a:xfrm>
            <a:off x="534259" y="309562"/>
            <a:ext cx="2320800" cy="443700"/>
          </a:xfrm>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800"/>
              </a:spcAft>
              <a:buClr>
                <a:schemeClr val="dk1"/>
              </a:buClr>
              <a:buSzPts val="1100"/>
              <a:buFont typeface="Arial" panose="020B0604020202020204"/>
              <a:buNone/>
            </a:pPr>
            <a:r>
              <a:rPr lang="en-US" sz="2800">
                <a:solidFill>
                  <a:srgbClr val="04A2B9"/>
                </a:solidFill>
                <a:latin typeface="Ubuntu" panose="020B0504030602030204"/>
                <a:ea typeface="Ubuntu" panose="020B0504030602030204"/>
                <a:cs typeface="Ubuntu" panose="020B0504030602030204"/>
                <a:sym typeface="Ubuntu" panose="020B0504030602030204"/>
              </a:rPr>
              <a:t>ER-Diagram</a:t>
            </a:r>
            <a:endParaRPr sz="2800">
              <a:solidFill>
                <a:srgbClr val="04A2B9"/>
              </a:solidFill>
              <a:latin typeface="Ubuntu" panose="020B0504030602030204"/>
              <a:ea typeface="Ubuntu" panose="020B0504030602030204"/>
              <a:cs typeface="Ubuntu" panose="020B0504030602030204"/>
              <a:sym typeface="Ubuntu" panose="020B0504030602030204"/>
            </a:endParaRPr>
          </a:p>
        </p:txBody>
      </p:sp>
      <p:pic>
        <p:nvPicPr>
          <p:cNvPr id="177" name="Google Shape;177;g3310e123f44_0_45"/>
          <p:cNvPicPr preferRelativeResize="0"/>
          <p:nvPr/>
        </p:nvPicPr>
        <p:blipFill>
          <a:blip r:embed="rId2"/>
          <a:stretch>
            <a:fillRect/>
          </a:stretch>
        </p:blipFill>
        <p:spPr>
          <a:xfrm>
            <a:off x="2197001" y="1038425"/>
            <a:ext cx="7798002" cy="56808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81" name="Shape 181"/>
        <p:cNvGrpSpPr/>
        <p:nvPr/>
      </p:nvGrpSpPr>
      <p:grpSpPr>
        <a:xfrm>
          <a:off x="0" y="0"/>
          <a:ext cx="0" cy="0"/>
          <a:chOff x="0" y="0"/>
          <a:chExt cx="0" cy="0"/>
        </a:xfrm>
      </p:grpSpPr>
      <p:sp>
        <p:nvSpPr>
          <p:cNvPr id="182" name="Google Shape;182;g3310e123f44_0_51"/>
          <p:cNvSpPr txBox="1"/>
          <p:nvPr>
            <p:ph type="title"/>
          </p:nvPr>
        </p:nvSpPr>
        <p:spPr>
          <a:xfrm>
            <a:off x="534243" y="309550"/>
            <a:ext cx="4075800" cy="443700"/>
          </a:xfrm>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800"/>
              </a:spcAft>
              <a:buClr>
                <a:schemeClr val="dk1"/>
              </a:buClr>
              <a:buSzPts val="1100"/>
              <a:buFont typeface="Arial" panose="020B0604020202020204"/>
              <a:buNone/>
            </a:pPr>
            <a:r>
              <a:rPr lang="en-US" sz="2800">
                <a:solidFill>
                  <a:srgbClr val="04A2B9"/>
                </a:solidFill>
                <a:latin typeface="Ubuntu" panose="020B0504030602030204"/>
                <a:ea typeface="Ubuntu" panose="020B0504030602030204"/>
                <a:cs typeface="Ubuntu" panose="020B0504030602030204"/>
                <a:sym typeface="Ubuntu" panose="020B0504030602030204"/>
              </a:rPr>
              <a:t>Use case Diagram</a:t>
            </a:r>
            <a:endParaRPr sz="2800">
              <a:solidFill>
                <a:srgbClr val="04A2B9"/>
              </a:solidFill>
              <a:latin typeface="Ubuntu" panose="020B0504030602030204"/>
              <a:ea typeface="Ubuntu" panose="020B0504030602030204"/>
              <a:cs typeface="Ubuntu" panose="020B0504030602030204"/>
              <a:sym typeface="Ubuntu" panose="020B0504030602030204"/>
            </a:endParaRPr>
          </a:p>
        </p:txBody>
      </p:sp>
      <p:pic>
        <p:nvPicPr>
          <p:cNvPr id="183" name="Google Shape;183;g3310e123f44_0_51"/>
          <p:cNvPicPr preferRelativeResize="0"/>
          <p:nvPr/>
        </p:nvPicPr>
        <p:blipFill>
          <a:blip r:embed="rId2"/>
          <a:stretch>
            <a:fillRect/>
          </a:stretch>
        </p:blipFill>
        <p:spPr>
          <a:xfrm>
            <a:off x="3298663" y="1055650"/>
            <a:ext cx="5594675" cy="5680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87" name="Shape 187"/>
        <p:cNvGrpSpPr/>
        <p:nvPr/>
      </p:nvGrpSpPr>
      <p:grpSpPr>
        <a:xfrm>
          <a:off x="0" y="0"/>
          <a:ext cx="0" cy="0"/>
          <a:chOff x="0" y="0"/>
          <a:chExt cx="0" cy="0"/>
        </a:xfrm>
      </p:grpSpPr>
      <p:sp>
        <p:nvSpPr>
          <p:cNvPr id="188" name="Google Shape;188;g33a71747f64_0_70"/>
          <p:cNvSpPr txBox="1"/>
          <p:nvPr>
            <p:ph type="title"/>
          </p:nvPr>
        </p:nvSpPr>
        <p:spPr>
          <a:xfrm>
            <a:off x="534243" y="309550"/>
            <a:ext cx="4075800" cy="443700"/>
          </a:xfrm>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800"/>
              </a:spcAft>
              <a:buClr>
                <a:schemeClr val="dk1"/>
              </a:buClr>
              <a:buSzPts val="1100"/>
              <a:buFont typeface="Arial" panose="020B0604020202020204"/>
              <a:buNone/>
            </a:pPr>
            <a:r>
              <a:rPr lang="en-US" sz="2800">
                <a:solidFill>
                  <a:srgbClr val="04A2B9"/>
                </a:solidFill>
                <a:latin typeface="Ubuntu" panose="020B0504030602030204"/>
                <a:ea typeface="Ubuntu" panose="020B0504030602030204"/>
                <a:cs typeface="Ubuntu" panose="020B0504030602030204"/>
                <a:sym typeface="Ubuntu" panose="020B0504030602030204"/>
              </a:rPr>
              <a:t>Sequence </a:t>
            </a:r>
            <a:r>
              <a:rPr lang="en-US" sz="2800">
                <a:solidFill>
                  <a:srgbClr val="04A2B9"/>
                </a:solidFill>
                <a:latin typeface="Ubuntu" panose="020B0504030602030204"/>
                <a:ea typeface="Ubuntu" panose="020B0504030602030204"/>
                <a:cs typeface="Ubuntu" panose="020B0504030602030204"/>
                <a:sym typeface="Ubuntu" panose="020B0504030602030204"/>
              </a:rPr>
              <a:t>Diagram</a:t>
            </a:r>
            <a:endParaRPr sz="2800">
              <a:solidFill>
                <a:srgbClr val="04A2B9"/>
              </a:solidFill>
              <a:latin typeface="Ubuntu" panose="020B0504030602030204"/>
              <a:ea typeface="Ubuntu" panose="020B0504030602030204"/>
              <a:cs typeface="Ubuntu" panose="020B0504030602030204"/>
              <a:sym typeface="Ubuntu" panose="020B0504030602030204"/>
            </a:endParaRPr>
          </a:p>
        </p:txBody>
      </p:sp>
      <p:pic>
        <p:nvPicPr>
          <p:cNvPr id="189" name="Google Shape;189;g33a71747f64_0_70"/>
          <p:cNvPicPr preferRelativeResize="0"/>
          <p:nvPr/>
        </p:nvPicPr>
        <p:blipFill>
          <a:blip r:embed="rId2"/>
          <a:stretch>
            <a:fillRect/>
          </a:stretch>
        </p:blipFill>
        <p:spPr>
          <a:xfrm>
            <a:off x="2412563" y="1181675"/>
            <a:ext cx="7366875" cy="5245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93" name="Shape 193"/>
        <p:cNvGrpSpPr/>
        <p:nvPr/>
      </p:nvGrpSpPr>
      <p:grpSpPr>
        <a:xfrm>
          <a:off x="0" y="0"/>
          <a:ext cx="0" cy="0"/>
          <a:chOff x="0" y="0"/>
          <a:chExt cx="0" cy="0"/>
        </a:xfrm>
      </p:grpSpPr>
      <p:sp>
        <p:nvSpPr>
          <p:cNvPr id="194" name="Google Shape;194;g3310e123f44_0_57"/>
          <p:cNvSpPr txBox="1"/>
          <p:nvPr/>
        </p:nvSpPr>
        <p:spPr>
          <a:xfrm>
            <a:off x="627933" y="309563"/>
            <a:ext cx="6679800" cy="443700"/>
          </a:xfrm>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800"/>
              </a:spcAft>
              <a:buNone/>
            </a:pPr>
            <a:r>
              <a:rPr lang="en-US" sz="2800">
                <a:solidFill>
                  <a:srgbClr val="04A2B9"/>
                </a:solidFill>
                <a:latin typeface="Ubuntu" panose="020B0504030602030204"/>
                <a:ea typeface="Ubuntu" panose="020B0504030602030204"/>
                <a:cs typeface="Ubuntu" panose="020B0504030602030204"/>
                <a:sym typeface="Ubuntu" panose="020B0504030602030204"/>
              </a:rPr>
              <a:t>Tools &amp; Technology to be used</a:t>
            </a:r>
            <a:endParaRPr sz="2800">
              <a:solidFill>
                <a:srgbClr val="04A2B9"/>
              </a:solidFill>
              <a:latin typeface="Proxima Nova" panose="02000506030000020004"/>
              <a:ea typeface="Proxima Nova" panose="02000506030000020004"/>
              <a:cs typeface="Proxima Nova" panose="02000506030000020004"/>
              <a:sym typeface="Proxima Nova" panose="02000506030000020004"/>
            </a:endParaRPr>
          </a:p>
        </p:txBody>
      </p:sp>
      <p:sp>
        <p:nvSpPr>
          <p:cNvPr id="195" name="Google Shape;195;g3310e123f44_0_57"/>
          <p:cNvSpPr txBox="1"/>
          <p:nvPr/>
        </p:nvSpPr>
        <p:spPr>
          <a:xfrm>
            <a:off x="973900" y="3191713"/>
            <a:ext cx="1660800" cy="988800"/>
          </a:xfrm>
          <a:prstGeom prst="rect">
            <a:avLst/>
          </a:prstGeom>
          <a:noFill/>
          <a:ln>
            <a:noFill/>
          </a:ln>
        </p:spPr>
        <p:txBody>
          <a:bodyPr spcFirstLastPara="1" wrap="square" lIns="91425" tIns="91425" rIns="91425" bIns="91425" anchor="t" anchorCtr="0">
            <a:noAutofit/>
          </a:bodyPr>
          <a:lstStyle/>
          <a:p>
            <a:pPr marL="457200" lvl="0" indent="-393700" algn="l" rtl="0">
              <a:spcBef>
                <a:spcPts val="0"/>
              </a:spcBef>
              <a:spcAft>
                <a:spcPts val="0"/>
              </a:spcAft>
              <a:buClr>
                <a:srgbClr val="000000"/>
              </a:buClr>
              <a:buSzPts val="2600"/>
              <a:buFont typeface="Calibri" panose="020F0502020204030204"/>
              <a:buChar char="●"/>
            </a:pPr>
            <a:r>
              <a:rPr lang="en-US" sz="2600">
                <a:solidFill>
                  <a:srgbClr val="000000"/>
                </a:solidFill>
                <a:latin typeface="Calibri" panose="020F0502020204030204"/>
                <a:ea typeface="Calibri" panose="020F0502020204030204"/>
                <a:cs typeface="Calibri" panose="020F0502020204030204"/>
                <a:sym typeface="Calibri" panose="020F0502020204030204"/>
              </a:rPr>
              <a:t>XML</a:t>
            </a:r>
            <a:endParaRPr sz="26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6" name="Google Shape;196;g3310e123f44_0_57"/>
          <p:cNvSpPr txBox="1"/>
          <p:nvPr/>
        </p:nvSpPr>
        <p:spPr>
          <a:xfrm>
            <a:off x="581475" y="2804450"/>
            <a:ext cx="2915700" cy="738600"/>
          </a:xfrm>
          <a:prstGeom prst="rect">
            <a:avLst/>
          </a:prstGeom>
          <a:noFill/>
          <a:ln>
            <a:noFill/>
          </a:ln>
        </p:spPr>
        <p:txBody>
          <a:bodyPr spcFirstLastPara="1" wrap="square" lIns="91425" tIns="91425" rIns="91425" bIns="91425" anchor="t" anchorCtr="0">
            <a:noAutofit/>
          </a:bodyPr>
          <a:lstStyle/>
          <a:p>
            <a:pPr marL="457200" lvl="0" indent="-393700" algn="l" rtl="0">
              <a:spcBef>
                <a:spcPts val="0"/>
              </a:spcBef>
              <a:spcAft>
                <a:spcPts val="0"/>
              </a:spcAft>
              <a:buClr>
                <a:srgbClr val="000000"/>
              </a:buClr>
              <a:buSzPts val="2600"/>
              <a:buFont typeface="Calibri" panose="020F0502020204030204"/>
              <a:buChar char="❏"/>
            </a:pPr>
            <a:r>
              <a:rPr lang="en-US" sz="2600">
                <a:solidFill>
                  <a:srgbClr val="000000"/>
                </a:solidFill>
                <a:latin typeface="Calibri" panose="020F0502020204030204"/>
                <a:ea typeface="Calibri" panose="020F0502020204030204"/>
                <a:cs typeface="Calibri" panose="020F0502020204030204"/>
                <a:sym typeface="Calibri" panose="020F0502020204030204"/>
              </a:rPr>
              <a:t>Frontend</a:t>
            </a:r>
            <a:endParaRPr sz="26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7" name="Google Shape;197;g3310e123f44_0_57"/>
          <p:cNvSpPr txBox="1"/>
          <p:nvPr/>
        </p:nvSpPr>
        <p:spPr>
          <a:xfrm>
            <a:off x="496775" y="3748338"/>
            <a:ext cx="3000000" cy="585000"/>
          </a:xfrm>
          <a:prstGeom prst="rect">
            <a:avLst/>
          </a:prstGeom>
          <a:noFill/>
          <a:ln>
            <a:noFill/>
          </a:ln>
        </p:spPr>
        <p:txBody>
          <a:bodyPr spcFirstLastPara="1" wrap="square" lIns="91425" tIns="91425" rIns="91425" bIns="91425" anchor="t" anchorCtr="0">
            <a:spAutoFit/>
          </a:bodyPr>
          <a:lstStyle/>
          <a:p>
            <a:pPr marL="457200" lvl="0" indent="-393700" algn="l" rtl="0">
              <a:spcBef>
                <a:spcPts val="0"/>
              </a:spcBef>
              <a:spcAft>
                <a:spcPts val="0"/>
              </a:spcAft>
              <a:buClr>
                <a:srgbClr val="000000"/>
              </a:buClr>
              <a:buSzPts val="2600"/>
              <a:buFont typeface="Calibri" panose="020F0502020204030204"/>
              <a:buChar char="❏"/>
            </a:pPr>
            <a:r>
              <a:rPr lang="en-US" sz="2600">
                <a:solidFill>
                  <a:srgbClr val="000000"/>
                </a:solidFill>
                <a:latin typeface="Calibri" panose="020F0502020204030204"/>
                <a:ea typeface="Calibri" panose="020F0502020204030204"/>
                <a:cs typeface="Calibri" panose="020F0502020204030204"/>
                <a:sym typeface="Calibri" panose="020F0502020204030204"/>
              </a:rPr>
              <a:t>Backend</a:t>
            </a:r>
            <a:endParaRPr sz="26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8" name="Google Shape;198;g3310e123f44_0_57"/>
          <p:cNvSpPr txBox="1"/>
          <p:nvPr/>
        </p:nvSpPr>
        <p:spPr>
          <a:xfrm>
            <a:off x="842750" y="4129475"/>
            <a:ext cx="3000000" cy="985200"/>
          </a:xfrm>
          <a:prstGeom prst="rect">
            <a:avLst/>
          </a:prstGeom>
          <a:noFill/>
          <a:ln>
            <a:noFill/>
          </a:ln>
        </p:spPr>
        <p:txBody>
          <a:bodyPr spcFirstLastPara="1" wrap="square" lIns="91425" tIns="91425" rIns="91425" bIns="91425" anchor="t" anchorCtr="0">
            <a:spAutoFit/>
          </a:bodyPr>
          <a:lstStyle/>
          <a:p>
            <a:pPr marL="457200" lvl="0" indent="-393700" algn="l" rtl="0">
              <a:spcBef>
                <a:spcPts val="0"/>
              </a:spcBef>
              <a:spcAft>
                <a:spcPts val="0"/>
              </a:spcAft>
              <a:buClr>
                <a:srgbClr val="000000"/>
              </a:buClr>
              <a:buSzPts val="2600"/>
              <a:buFont typeface="Calibri" panose="020F0502020204030204"/>
              <a:buChar char="●"/>
            </a:pPr>
            <a:r>
              <a:rPr lang="en-US" sz="2600">
                <a:solidFill>
                  <a:srgbClr val="000000"/>
                </a:solidFill>
                <a:latin typeface="Calibri" panose="020F0502020204030204"/>
                <a:ea typeface="Calibri" panose="020F0502020204030204"/>
                <a:cs typeface="Calibri" panose="020F0502020204030204"/>
                <a:sym typeface="Calibri" panose="020F0502020204030204"/>
              </a:rPr>
              <a:t>Java</a:t>
            </a:r>
            <a:endParaRPr sz="2600">
              <a:solidFill>
                <a:srgbClr val="000000"/>
              </a:solidFill>
              <a:latin typeface="Calibri" panose="020F0502020204030204"/>
              <a:ea typeface="Calibri" panose="020F0502020204030204"/>
              <a:cs typeface="Calibri" panose="020F0502020204030204"/>
              <a:sym typeface="Calibri" panose="020F0502020204030204"/>
            </a:endParaRPr>
          </a:p>
          <a:p>
            <a:pPr marL="457200" lvl="0" indent="-393700" algn="l" rtl="0">
              <a:spcBef>
                <a:spcPts val="0"/>
              </a:spcBef>
              <a:spcAft>
                <a:spcPts val="0"/>
              </a:spcAft>
              <a:buClr>
                <a:srgbClr val="000000"/>
              </a:buClr>
              <a:buSzPts val="2600"/>
              <a:buFont typeface="Calibri" panose="020F0502020204030204"/>
              <a:buChar char="●"/>
            </a:pPr>
            <a:r>
              <a:rPr lang="en-US" sz="2600">
                <a:solidFill>
                  <a:srgbClr val="000000"/>
                </a:solidFill>
                <a:latin typeface="Calibri" panose="020F0502020204030204"/>
                <a:ea typeface="Calibri" panose="020F0502020204030204"/>
                <a:cs typeface="Calibri" panose="020F0502020204030204"/>
                <a:sym typeface="Calibri" panose="020F0502020204030204"/>
              </a:rPr>
              <a:t>Firebase</a:t>
            </a:r>
            <a:endParaRPr sz="2600">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199" name="Google Shape;199;g3310e123f44_0_57"/>
          <p:cNvPicPr preferRelativeResize="0"/>
          <p:nvPr/>
        </p:nvPicPr>
        <p:blipFill>
          <a:blip r:embed="rId2"/>
          <a:stretch>
            <a:fillRect/>
          </a:stretch>
        </p:blipFill>
        <p:spPr>
          <a:xfrm>
            <a:off x="4619625" y="1251863"/>
            <a:ext cx="2952750" cy="1552575"/>
          </a:xfrm>
          <a:prstGeom prst="rect">
            <a:avLst/>
          </a:prstGeom>
          <a:noFill/>
          <a:ln>
            <a:noFill/>
          </a:ln>
        </p:spPr>
      </p:pic>
      <p:pic>
        <p:nvPicPr>
          <p:cNvPr id="200" name="Google Shape;200;g3310e123f44_0_57"/>
          <p:cNvPicPr preferRelativeResize="0"/>
          <p:nvPr/>
        </p:nvPicPr>
        <p:blipFill>
          <a:blip r:embed="rId3"/>
          <a:stretch>
            <a:fillRect/>
          </a:stretch>
        </p:blipFill>
        <p:spPr>
          <a:xfrm>
            <a:off x="8275900" y="2177800"/>
            <a:ext cx="2705100" cy="1685925"/>
          </a:xfrm>
          <a:prstGeom prst="rect">
            <a:avLst/>
          </a:prstGeom>
          <a:noFill/>
          <a:ln>
            <a:noFill/>
          </a:ln>
        </p:spPr>
      </p:pic>
      <p:pic>
        <p:nvPicPr>
          <p:cNvPr id="201" name="Google Shape;201;g3310e123f44_0_57"/>
          <p:cNvPicPr preferRelativeResize="0"/>
          <p:nvPr/>
        </p:nvPicPr>
        <p:blipFill>
          <a:blip r:embed="rId4"/>
          <a:stretch>
            <a:fillRect/>
          </a:stretch>
        </p:blipFill>
        <p:spPr>
          <a:xfrm>
            <a:off x="5327888" y="3048025"/>
            <a:ext cx="1901041" cy="2281250"/>
          </a:xfrm>
          <a:prstGeom prst="rect">
            <a:avLst/>
          </a:prstGeom>
          <a:noFill/>
          <a:ln>
            <a:noFill/>
          </a:ln>
        </p:spPr>
      </p:pic>
      <p:sp>
        <p:nvSpPr>
          <p:cNvPr id="202" name="Google Shape;202;g3310e123f44_0_57"/>
          <p:cNvSpPr txBox="1"/>
          <p:nvPr/>
        </p:nvSpPr>
        <p:spPr>
          <a:xfrm>
            <a:off x="227025" y="1251863"/>
            <a:ext cx="1798800" cy="918300"/>
          </a:xfrm>
          <a:prstGeom prst="rect">
            <a:avLst/>
          </a:prstGeom>
          <a:noFill/>
          <a:ln>
            <a:noFill/>
          </a:ln>
        </p:spPr>
        <p:txBody>
          <a:bodyPr spcFirstLastPara="1" wrap="square" lIns="91425" tIns="91425" rIns="91425" bIns="91425" anchor="t" anchorCtr="0">
            <a:noAutofit/>
          </a:bodyPr>
          <a:lstStyle/>
          <a:p>
            <a:pPr marL="457200" lvl="0" indent="-393700" algn="l" rtl="0">
              <a:spcBef>
                <a:spcPts val="0"/>
              </a:spcBef>
              <a:spcAft>
                <a:spcPts val="0"/>
              </a:spcAft>
              <a:buClr>
                <a:srgbClr val="000000"/>
              </a:buClr>
              <a:buSzPts val="2600"/>
              <a:buFont typeface="Calibri" panose="020F0502020204030204"/>
              <a:buChar char="➔"/>
            </a:pPr>
            <a:r>
              <a:rPr lang="en-US" sz="2600" b="1">
                <a:solidFill>
                  <a:srgbClr val="000000"/>
                </a:solidFill>
                <a:latin typeface="Calibri" panose="020F0502020204030204"/>
                <a:ea typeface="Calibri" panose="020F0502020204030204"/>
                <a:cs typeface="Calibri" panose="020F0502020204030204"/>
                <a:sym typeface="Calibri" panose="020F0502020204030204"/>
              </a:rPr>
              <a:t>Tool</a:t>
            </a:r>
            <a:endParaRPr sz="2600" b="1">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3" name="Google Shape;203;g3310e123f44_0_57"/>
          <p:cNvSpPr txBox="1"/>
          <p:nvPr/>
        </p:nvSpPr>
        <p:spPr>
          <a:xfrm>
            <a:off x="227025" y="2388588"/>
            <a:ext cx="2507700" cy="918300"/>
          </a:xfrm>
          <a:prstGeom prst="rect">
            <a:avLst/>
          </a:prstGeom>
          <a:noFill/>
          <a:ln>
            <a:noFill/>
          </a:ln>
        </p:spPr>
        <p:txBody>
          <a:bodyPr spcFirstLastPara="1" wrap="square" lIns="91425" tIns="91425" rIns="91425" bIns="91425" anchor="t" anchorCtr="0">
            <a:noAutofit/>
          </a:bodyPr>
          <a:lstStyle/>
          <a:p>
            <a:pPr marL="457200" lvl="0" indent="-393700" algn="l" rtl="0">
              <a:spcBef>
                <a:spcPts val="0"/>
              </a:spcBef>
              <a:spcAft>
                <a:spcPts val="0"/>
              </a:spcAft>
              <a:buClr>
                <a:srgbClr val="000000"/>
              </a:buClr>
              <a:buSzPts val="2600"/>
              <a:buFont typeface="Calibri" panose="020F0502020204030204"/>
              <a:buChar char="➔"/>
            </a:pPr>
            <a:r>
              <a:rPr lang="en-US" sz="2600" b="1">
                <a:solidFill>
                  <a:srgbClr val="000000"/>
                </a:solidFill>
                <a:latin typeface="Calibri" panose="020F0502020204030204"/>
                <a:ea typeface="Calibri" panose="020F0502020204030204"/>
                <a:cs typeface="Calibri" panose="020F0502020204030204"/>
                <a:sym typeface="Calibri" panose="020F0502020204030204"/>
              </a:rPr>
              <a:t>Technology</a:t>
            </a:r>
            <a:endParaRPr sz="2600" b="1">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4" name="Google Shape;204;g3310e123f44_0_57"/>
          <p:cNvSpPr txBox="1"/>
          <p:nvPr/>
        </p:nvSpPr>
        <p:spPr>
          <a:xfrm>
            <a:off x="627925" y="1691388"/>
            <a:ext cx="4109700" cy="738600"/>
          </a:xfrm>
          <a:prstGeom prst="rect">
            <a:avLst/>
          </a:prstGeom>
          <a:noFill/>
          <a:ln>
            <a:noFill/>
          </a:ln>
        </p:spPr>
        <p:txBody>
          <a:bodyPr spcFirstLastPara="1" wrap="square" lIns="91425" tIns="91425" rIns="91425" bIns="91425" anchor="t" anchorCtr="0">
            <a:noAutofit/>
          </a:bodyPr>
          <a:lstStyle/>
          <a:p>
            <a:pPr marL="457200" lvl="0" indent="-393700" algn="l" rtl="0">
              <a:spcBef>
                <a:spcPts val="0"/>
              </a:spcBef>
              <a:spcAft>
                <a:spcPts val="0"/>
              </a:spcAft>
              <a:buClr>
                <a:srgbClr val="000000"/>
              </a:buClr>
              <a:buSzPts val="2600"/>
              <a:buFont typeface="Calibri" panose="020F0502020204030204"/>
              <a:buChar char="❏"/>
            </a:pPr>
            <a:r>
              <a:rPr lang="en-US" sz="2600">
                <a:solidFill>
                  <a:srgbClr val="000000"/>
                </a:solidFill>
                <a:latin typeface="Calibri" panose="020F0502020204030204"/>
                <a:ea typeface="Calibri" panose="020F0502020204030204"/>
                <a:cs typeface="Calibri" panose="020F0502020204030204"/>
                <a:sym typeface="Calibri" panose="020F0502020204030204"/>
              </a:rPr>
              <a:t>Android studio</a:t>
            </a:r>
            <a:endParaRPr sz="2600">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205" name="Google Shape;205;g3310e123f44_0_57"/>
          <p:cNvPicPr preferRelativeResize="0"/>
          <p:nvPr/>
        </p:nvPicPr>
        <p:blipFill>
          <a:blip r:embed="rId5"/>
          <a:stretch>
            <a:fillRect/>
          </a:stretch>
        </p:blipFill>
        <p:spPr>
          <a:xfrm>
            <a:off x="7400104" y="4934250"/>
            <a:ext cx="4029075" cy="11334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09" name="Shape 209"/>
        <p:cNvGrpSpPr/>
        <p:nvPr/>
      </p:nvGrpSpPr>
      <p:grpSpPr>
        <a:xfrm>
          <a:off x="0" y="0"/>
          <a:ext cx="0" cy="0"/>
          <a:chOff x="0" y="0"/>
          <a:chExt cx="0" cy="0"/>
        </a:xfrm>
      </p:grpSpPr>
      <p:sp>
        <p:nvSpPr>
          <p:cNvPr id="210" name="Google Shape;210;g3310e123f44_0_95"/>
          <p:cNvSpPr txBox="1"/>
          <p:nvPr>
            <p:ph type="title"/>
          </p:nvPr>
        </p:nvSpPr>
        <p:spPr>
          <a:xfrm>
            <a:off x="534243" y="309550"/>
            <a:ext cx="4075800" cy="443700"/>
          </a:xfrm>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800"/>
              </a:spcAft>
              <a:buClr>
                <a:schemeClr val="dk1"/>
              </a:buClr>
              <a:buSzPts val="1100"/>
              <a:buFont typeface="Arial" panose="020B0604020202020204"/>
              <a:buNone/>
            </a:pPr>
            <a:r>
              <a:rPr lang="en-US" sz="2800">
                <a:solidFill>
                  <a:srgbClr val="04A2B9"/>
                </a:solidFill>
                <a:latin typeface="Ubuntu" panose="020B0504030602030204"/>
                <a:ea typeface="Ubuntu" panose="020B0504030602030204"/>
                <a:cs typeface="Ubuntu" panose="020B0504030602030204"/>
                <a:sym typeface="Ubuntu" panose="020B0504030602030204"/>
              </a:rPr>
              <a:t>UI Design</a:t>
            </a:r>
            <a:endParaRPr sz="2800">
              <a:solidFill>
                <a:srgbClr val="04A2B9"/>
              </a:solidFill>
              <a:latin typeface="Ubuntu" panose="020B0504030602030204"/>
              <a:ea typeface="Ubuntu" panose="020B0504030602030204"/>
              <a:cs typeface="Ubuntu" panose="020B0504030602030204"/>
              <a:sym typeface="Ubuntu" panose="020B0504030602030204"/>
            </a:endParaRPr>
          </a:p>
        </p:txBody>
      </p:sp>
      <p:pic>
        <p:nvPicPr>
          <p:cNvPr id="68" name="Picture 68" descr="Screenshot_2025_0413_162939"/>
          <p:cNvPicPr>
            <a:picLocks noChangeAspect="1"/>
          </p:cNvPicPr>
          <p:nvPr/>
        </p:nvPicPr>
        <p:blipFill>
          <a:blip r:embed="rId2"/>
          <a:stretch>
            <a:fillRect/>
          </a:stretch>
        </p:blipFill>
        <p:spPr>
          <a:xfrm>
            <a:off x="1014730" y="1197293"/>
            <a:ext cx="2518539" cy="5400000"/>
          </a:xfrm>
          <a:prstGeom prst="rect">
            <a:avLst/>
          </a:prstGeom>
        </p:spPr>
      </p:pic>
      <p:pic>
        <p:nvPicPr>
          <p:cNvPr id="69" name="Picture 69" descr="Screenshot_2025_0413_162948"/>
          <p:cNvPicPr>
            <a:picLocks noChangeAspect="1"/>
          </p:cNvPicPr>
          <p:nvPr/>
        </p:nvPicPr>
        <p:blipFill>
          <a:blip r:embed="rId3"/>
          <a:stretch>
            <a:fillRect/>
          </a:stretch>
        </p:blipFill>
        <p:spPr>
          <a:xfrm>
            <a:off x="4328478" y="1196658"/>
            <a:ext cx="2508061" cy="5400000"/>
          </a:xfrm>
          <a:prstGeom prst="rect">
            <a:avLst/>
          </a:prstGeom>
        </p:spPr>
      </p:pic>
      <p:pic>
        <p:nvPicPr>
          <p:cNvPr id="70" name="Picture 70" descr="Screenshot_20250413_163153"/>
          <p:cNvPicPr>
            <a:picLocks noChangeAspect="1"/>
          </p:cNvPicPr>
          <p:nvPr/>
        </p:nvPicPr>
        <p:blipFill>
          <a:blip r:embed="rId4"/>
          <a:stretch>
            <a:fillRect/>
          </a:stretch>
        </p:blipFill>
        <p:spPr>
          <a:xfrm>
            <a:off x="7631748" y="1196023"/>
            <a:ext cx="2422332" cy="540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09" name="Shape 209"/>
        <p:cNvGrpSpPr/>
        <p:nvPr/>
      </p:nvGrpSpPr>
      <p:grpSpPr>
        <a:xfrm>
          <a:off x="0" y="0"/>
          <a:ext cx="0" cy="0"/>
          <a:chOff x="0" y="0"/>
          <a:chExt cx="0" cy="0"/>
        </a:xfrm>
      </p:grpSpPr>
      <p:sp>
        <p:nvSpPr>
          <p:cNvPr id="210" name="Google Shape;210;g3310e123f44_0_95"/>
          <p:cNvSpPr txBox="1"/>
          <p:nvPr>
            <p:ph type="title"/>
          </p:nvPr>
        </p:nvSpPr>
        <p:spPr>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800"/>
              </a:spcAft>
              <a:buClr>
                <a:schemeClr val="dk1"/>
              </a:buClr>
              <a:buSzPts val="1100"/>
              <a:buFont typeface="Arial" panose="020B0604020202020204"/>
              <a:buNone/>
            </a:pPr>
            <a:r>
              <a:rPr lang="en-US" sz="2800">
                <a:solidFill>
                  <a:srgbClr val="04A2B9"/>
                </a:solidFill>
                <a:latin typeface="Ubuntu" panose="020B0504030602030204"/>
                <a:ea typeface="Ubuntu" panose="020B0504030602030204"/>
                <a:cs typeface="Ubuntu" panose="020B0504030602030204"/>
                <a:sym typeface="Ubuntu" panose="020B0504030602030204"/>
              </a:rPr>
              <a:t>UI Design</a:t>
            </a:r>
            <a:endParaRPr sz="2800">
              <a:solidFill>
                <a:srgbClr val="04A2B9"/>
              </a:solidFill>
              <a:latin typeface="Ubuntu" panose="020B0504030602030204"/>
              <a:ea typeface="Ubuntu" panose="020B0504030602030204"/>
              <a:cs typeface="Ubuntu" panose="020B0504030602030204"/>
              <a:sym typeface="Ubuntu" panose="020B0504030602030204"/>
            </a:endParaRPr>
          </a:p>
        </p:txBody>
      </p:sp>
      <p:pic>
        <p:nvPicPr>
          <p:cNvPr id="71" name="Picture 71" descr="Screenshot_20250413_163040"/>
          <p:cNvPicPr>
            <a:picLocks noChangeAspect="1"/>
          </p:cNvPicPr>
          <p:nvPr/>
        </p:nvPicPr>
        <p:blipFill>
          <a:blip r:embed="rId2"/>
          <a:stretch>
            <a:fillRect/>
          </a:stretch>
        </p:blipFill>
        <p:spPr>
          <a:xfrm>
            <a:off x="979488" y="1171893"/>
            <a:ext cx="2422332" cy="5400000"/>
          </a:xfrm>
          <a:prstGeom prst="rect">
            <a:avLst/>
          </a:prstGeom>
        </p:spPr>
      </p:pic>
      <p:sp>
        <p:nvSpPr>
          <p:cNvPr id="3" name="Text Placeholder 2"/>
          <p:cNvSpPr/>
          <p:nvPr>
            <p:ph type="body" idx="1"/>
          </p:nvPr>
        </p:nvSpPr>
        <p:spPr/>
        <p:txBody>
          <a:bodyPr/>
          <a:p>
            <a:endParaRPr lang="en-US"/>
          </a:p>
        </p:txBody>
      </p:sp>
      <p:pic>
        <p:nvPicPr>
          <p:cNvPr id="72" name="Picture 72" descr="WhatsApp Image 2025-04-13 at 16.43.06_8d0e4177"/>
          <p:cNvPicPr>
            <a:picLocks noChangeAspect="1"/>
          </p:cNvPicPr>
          <p:nvPr/>
        </p:nvPicPr>
        <p:blipFill>
          <a:blip r:embed="rId3"/>
          <a:stretch>
            <a:fillRect/>
          </a:stretch>
        </p:blipFill>
        <p:spPr>
          <a:xfrm>
            <a:off x="4323398" y="1171893"/>
            <a:ext cx="2422332" cy="5400000"/>
          </a:xfrm>
          <a:prstGeom prst="rect">
            <a:avLst/>
          </a:prstGeom>
        </p:spPr>
      </p:pic>
      <p:pic>
        <p:nvPicPr>
          <p:cNvPr id="74" name="Picture 74" descr="WhatsApp Image 2025-04-13 at 16.50.34_19b8f6d2"/>
          <p:cNvPicPr>
            <a:picLocks noChangeAspect="1"/>
          </p:cNvPicPr>
          <p:nvPr>
            <p:ph type="pic" idx="2"/>
          </p:nvPr>
        </p:nvPicPr>
        <p:blipFill>
          <a:blip r:embed="rId4"/>
          <a:stretch>
            <a:fillRect/>
          </a:stretch>
        </p:blipFill>
        <p:spPr>
          <a:xfrm>
            <a:off x="7667625" y="1172210"/>
            <a:ext cx="2425617" cy="540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09" name="Shape 209"/>
        <p:cNvGrpSpPr/>
        <p:nvPr/>
      </p:nvGrpSpPr>
      <p:grpSpPr>
        <a:xfrm>
          <a:off x="0" y="0"/>
          <a:ext cx="0" cy="0"/>
          <a:chOff x="0" y="0"/>
          <a:chExt cx="0" cy="0"/>
        </a:xfrm>
      </p:grpSpPr>
      <p:sp>
        <p:nvSpPr>
          <p:cNvPr id="210" name="Google Shape;210;g3310e123f44_0_95"/>
          <p:cNvSpPr txBox="1"/>
          <p:nvPr>
            <p:ph type="title"/>
          </p:nvPr>
        </p:nvSpPr>
        <p:spPr>
          <a:xfrm>
            <a:off x="534243" y="309550"/>
            <a:ext cx="4075800" cy="443700"/>
          </a:xfrm>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800"/>
              </a:spcAft>
              <a:buClr>
                <a:schemeClr val="dk1"/>
              </a:buClr>
              <a:buSzPts val="1100"/>
              <a:buFont typeface="Arial" panose="020B0604020202020204"/>
              <a:buNone/>
            </a:pPr>
            <a:r>
              <a:rPr lang="en-US" sz="2800">
                <a:solidFill>
                  <a:srgbClr val="04A2B9"/>
                </a:solidFill>
                <a:latin typeface="Ubuntu" panose="020B0504030602030204"/>
                <a:ea typeface="Ubuntu" panose="020B0504030602030204"/>
                <a:cs typeface="Ubuntu" panose="020B0504030602030204"/>
                <a:sym typeface="Ubuntu" panose="020B0504030602030204"/>
              </a:rPr>
              <a:t>UI Design</a:t>
            </a:r>
            <a:endParaRPr sz="2800">
              <a:solidFill>
                <a:srgbClr val="04A2B9"/>
              </a:solidFill>
              <a:latin typeface="Ubuntu" panose="020B0504030602030204"/>
              <a:ea typeface="Ubuntu" panose="020B0504030602030204"/>
              <a:cs typeface="Ubuntu" panose="020B0504030602030204"/>
              <a:sym typeface="Ubuntu" panose="020B0504030602030204"/>
            </a:endParaRPr>
          </a:p>
        </p:txBody>
      </p:sp>
      <p:pic>
        <p:nvPicPr>
          <p:cNvPr id="75" name="Picture 75" descr="WhatsApp Image 2025-04-13 at 16.50.34_3e168523"/>
          <p:cNvPicPr>
            <a:picLocks noChangeAspect="1"/>
          </p:cNvPicPr>
          <p:nvPr/>
        </p:nvPicPr>
        <p:blipFill>
          <a:blip r:embed="rId2"/>
          <a:stretch>
            <a:fillRect/>
          </a:stretch>
        </p:blipFill>
        <p:spPr>
          <a:xfrm>
            <a:off x="1038543" y="1197293"/>
            <a:ext cx="2422332" cy="5400000"/>
          </a:xfrm>
          <a:prstGeom prst="rect">
            <a:avLst/>
          </a:prstGeom>
        </p:spPr>
      </p:pic>
      <p:pic>
        <p:nvPicPr>
          <p:cNvPr id="76" name="Picture 76" descr="WhatsApp Image 2025-04-13 at 16.50.35_31364640"/>
          <p:cNvPicPr>
            <a:picLocks noChangeAspect="1"/>
          </p:cNvPicPr>
          <p:nvPr/>
        </p:nvPicPr>
        <p:blipFill>
          <a:blip r:embed="rId3"/>
          <a:stretch>
            <a:fillRect/>
          </a:stretch>
        </p:blipFill>
        <p:spPr>
          <a:xfrm>
            <a:off x="4323398" y="1197293"/>
            <a:ext cx="2422332" cy="5400000"/>
          </a:xfrm>
          <a:prstGeom prst="rect">
            <a:avLst/>
          </a:prstGeom>
        </p:spPr>
      </p:pic>
      <p:pic>
        <p:nvPicPr>
          <p:cNvPr id="77" name="Picture 77" descr="WhatsApp Image 2025-04-13 at 16.55.58_7842a27b"/>
          <p:cNvPicPr>
            <a:picLocks noChangeAspect="1"/>
          </p:cNvPicPr>
          <p:nvPr/>
        </p:nvPicPr>
        <p:blipFill>
          <a:blip r:embed="rId4"/>
          <a:stretch>
            <a:fillRect/>
          </a:stretch>
        </p:blipFill>
        <p:spPr>
          <a:xfrm>
            <a:off x="7608570" y="1197293"/>
            <a:ext cx="2514729" cy="540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09" name="Shape 209"/>
        <p:cNvGrpSpPr/>
        <p:nvPr/>
      </p:nvGrpSpPr>
      <p:grpSpPr>
        <a:xfrm>
          <a:off x="0" y="0"/>
          <a:ext cx="0" cy="0"/>
          <a:chOff x="0" y="0"/>
          <a:chExt cx="0" cy="0"/>
        </a:xfrm>
      </p:grpSpPr>
      <p:sp>
        <p:nvSpPr>
          <p:cNvPr id="210" name="Google Shape;210;g3310e123f44_0_95"/>
          <p:cNvSpPr txBox="1"/>
          <p:nvPr>
            <p:ph type="title"/>
          </p:nvPr>
        </p:nvSpPr>
        <p:spPr>
          <a:xfrm>
            <a:off x="645478" y="-186690"/>
            <a:ext cx="3932237" cy="1600200"/>
          </a:xfrm>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800"/>
              </a:spcAft>
              <a:buClr>
                <a:schemeClr val="dk1"/>
              </a:buClr>
              <a:buSzPts val="1100"/>
              <a:buFont typeface="Arial" panose="020B0604020202020204"/>
              <a:buNone/>
            </a:pPr>
            <a:r>
              <a:rPr lang="en-US" sz="2800">
                <a:solidFill>
                  <a:srgbClr val="04A2B9"/>
                </a:solidFill>
                <a:latin typeface="Ubuntu" panose="020B0504030602030204"/>
                <a:ea typeface="Ubuntu" panose="020B0504030602030204"/>
                <a:cs typeface="Ubuntu" panose="020B0504030602030204"/>
                <a:sym typeface="Ubuntu" panose="020B0504030602030204"/>
              </a:rPr>
              <a:t>UI Design</a:t>
            </a:r>
            <a:endParaRPr sz="2800">
              <a:solidFill>
                <a:srgbClr val="04A2B9"/>
              </a:solidFill>
              <a:latin typeface="Ubuntu" panose="020B0504030602030204"/>
              <a:ea typeface="Ubuntu" panose="020B0504030602030204"/>
              <a:cs typeface="Ubuntu" panose="020B0504030602030204"/>
              <a:sym typeface="Ubuntu" panose="020B0504030602030204"/>
            </a:endParaRPr>
          </a:p>
        </p:txBody>
      </p:sp>
      <p:pic>
        <p:nvPicPr>
          <p:cNvPr id="78" name="Picture 78" descr="WhatsApp Image 2025-04-13 at 17.08.27_1a0403f3"/>
          <p:cNvPicPr>
            <a:picLocks noChangeAspect="1"/>
          </p:cNvPicPr>
          <p:nvPr/>
        </p:nvPicPr>
        <p:blipFill>
          <a:blip r:embed="rId2"/>
          <a:stretch>
            <a:fillRect/>
          </a:stretch>
        </p:blipFill>
        <p:spPr>
          <a:xfrm>
            <a:off x="954088" y="1222693"/>
            <a:ext cx="2422332" cy="5400000"/>
          </a:xfrm>
          <a:prstGeom prst="rect">
            <a:avLst/>
          </a:prstGeom>
        </p:spPr>
      </p:pic>
      <p:sp>
        <p:nvSpPr>
          <p:cNvPr id="3" name="Text Placeholder 2"/>
          <p:cNvSpPr/>
          <p:nvPr>
            <p:ph type="body" idx="1"/>
          </p:nvPr>
        </p:nvSpPr>
        <p:spPr/>
        <p:txBody>
          <a:bodyPr/>
          <a:p>
            <a:endParaRPr lang="en-US"/>
          </a:p>
        </p:txBody>
      </p:sp>
      <p:pic>
        <p:nvPicPr>
          <p:cNvPr id="79" name="Picture 79" descr="WhatsApp Image 2025-04-13 at 17.09.13_98a95604"/>
          <p:cNvPicPr>
            <a:picLocks noChangeAspect="1"/>
          </p:cNvPicPr>
          <p:nvPr/>
        </p:nvPicPr>
        <p:blipFill>
          <a:blip r:embed="rId3"/>
          <a:stretch>
            <a:fillRect/>
          </a:stretch>
        </p:blipFill>
        <p:spPr>
          <a:xfrm>
            <a:off x="4272598" y="1222693"/>
            <a:ext cx="2422332" cy="5400000"/>
          </a:xfrm>
          <a:prstGeom prst="rect">
            <a:avLst/>
          </a:prstGeom>
        </p:spPr>
      </p:pic>
      <p:pic>
        <p:nvPicPr>
          <p:cNvPr id="80" name="Picture 80" descr="WhatsApp Image 2025-04-13 at 17.08.27_a23e30d9"/>
          <p:cNvPicPr>
            <a:picLocks noChangeAspect="1"/>
          </p:cNvPicPr>
          <p:nvPr>
            <p:ph type="pic" idx="2"/>
          </p:nvPr>
        </p:nvPicPr>
        <p:blipFill>
          <a:blip r:embed="rId4"/>
          <a:stretch>
            <a:fillRect/>
          </a:stretch>
        </p:blipFill>
        <p:spPr>
          <a:xfrm>
            <a:off x="7591425" y="1222375"/>
            <a:ext cx="2425617" cy="5400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09" name="Shape 209"/>
        <p:cNvGrpSpPr/>
        <p:nvPr/>
      </p:nvGrpSpPr>
      <p:grpSpPr>
        <a:xfrm>
          <a:off x="0" y="0"/>
          <a:ext cx="0" cy="0"/>
          <a:chOff x="0" y="0"/>
          <a:chExt cx="0" cy="0"/>
        </a:xfrm>
      </p:grpSpPr>
      <p:sp>
        <p:nvSpPr>
          <p:cNvPr id="210" name="Google Shape;210;g3310e123f44_0_95"/>
          <p:cNvSpPr txBox="1"/>
          <p:nvPr>
            <p:ph type="title"/>
          </p:nvPr>
        </p:nvSpPr>
        <p:spPr>
          <a:xfrm>
            <a:off x="534243" y="309550"/>
            <a:ext cx="4075800" cy="443700"/>
          </a:xfrm>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800"/>
              </a:spcAft>
              <a:buClr>
                <a:schemeClr val="dk1"/>
              </a:buClr>
              <a:buSzPts val="1100"/>
              <a:buFont typeface="Arial" panose="020B0604020202020204"/>
              <a:buNone/>
            </a:pPr>
            <a:r>
              <a:rPr lang="en-US" sz="2800">
                <a:solidFill>
                  <a:srgbClr val="04A2B9"/>
                </a:solidFill>
                <a:latin typeface="Ubuntu" panose="020B0504030602030204"/>
                <a:ea typeface="Ubuntu" panose="020B0504030602030204"/>
                <a:cs typeface="Ubuntu" panose="020B0504030602030204"/>
                <a:sym typeface="Ubuntu" panose="020B0504030602030204"/>
              </a:rPr>
              <a:t>UI Design</a:t>
            </a:r>
            <a:endParaRPr sz="2800">
              <a:solidFill>
                <a:srgbClr val="04A2B9"/>
              </a:solidFill>
              <a:latin typeface="Ubuntu" panose="020B0504030602030204"/>
              <a:ea typeface="Ubuntu" panose="020B0504030602030204"/>
              <a:cs typeface="Ubuntu" panose="020B0504030602030204"/>
              <a:sym typeface="Ubuntu" panose="020B0504030602030204"/>
            </a:endParaRPr>
          </a:p>
        </p:txBody>
      </p:sp>
      <p:pic>
        <p:nvPicPr>
          <p:cNvPr id="81" name="Picture 81" descr="WhatsApp Image 2025-04-13 at 17.08.28_e54c2cc6"/>
          <p:cNvPicPr>
            <a:picLocks noChangeAspect="1"/>
          </p:cNvPicPr>
          <p:nvPr/>
        </p:nvPicPr>
        <p:blipFill>
          <a:blip r:embed="rId2"/>
          <a:stretch>
            <a:fillRect/>
          </a:stretch>
        </p:blipFill>
        <p:spPr>
          <a:xfrm>
            <a:off x="809308" y="1222693"/>
            <a:ext cx="2422332" cy="5400000"/>
          </a:xfrm>
          <a:prstGeom prst="rect">
            <a:avLst/>
          </a:prstGeom>
        </p:spPr>
      </p:pic>
      <p:pic>
        <p:nvPicPr>
          <p:cNvPr id="82" name="Picture 82" descr="WhatsApp Image 2025-04-13 at 17.08.28_285cd352"/>
          <p:cNvPicPr>
            <a:picLocks noChangeAspect="1"/>
          </p:cNvPicPr>
          <p:nvPr/>
        </p:nvPicPr>
        <p:blipFill>
          <a:blip r:embed="rId3"/>
          <a:stretch>
            <a:fillRect/>
          </a:stretch>
        </p:blipFill>
        <p:spPr>
          <a:xfrm>
            <a:off x="4111308" y="1222693"/>
            <a:ext cx="2422332" cy="5400000"/>
          </a:xfrm>
          <a:prstGeom prst="rect">
            <a:avLst/>
          </a:prstGeom>
        </p:spPr>
      </p:pic>
      <p:pic>
        <p:nvPicPr>
          <p:cNvPr id="83" name="Picture 83" descr="WhatsApp Image 2025-04-13 at 17.08.30_af6b04ec"/>
          <p:cNvPicPr>
            <a:picLocks noChangeAspect="1"/>
          </p:cNvPicPr>
          <p:nvPr/>
        </p:nvPicPr>
        <p:blipFill>
          <a:blip r:embed="rId4"/>
          <a:stretch>
            <a:fillRect/>
          </a:stretch>
        </p:blipFill>
        <p:spPr>
          <a:xfrm>
            <a:off x="7413308" y="1222058"/>
            <a:ext cx="2422332" cy="540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09" name="Shape 209"/>
        <p:cNvGrpSpPr/>
        <p:nvPr/>
      </p:nvGrpSpPr>
      <p:grpSpPr>
        <a:xfrm>
          <a:off x="0" y="0"/>
          <a:ext cx="0" cy="0"/>
          <a:chOff x="0" y="0"/>
          <a:chExt cx="0" cy="0"/>
        </a:xfrm>
      </p:grpSpPr>
      <p:sp>
        <p:nvSpPr>
          <p:cNvPr id="210" name="Google Shape;210;g3310e123f44_0_95"/>
          <p:cNvSpPr txBox="1"/>
          <p:nvPr>
            <p:ph type="title"/>
          </p:nvPr>
        </p:nvSpPr>
        <p:spPr>
          <a:xfrm>
            <a:off x="534243" y="309550"/>
            <a:ext cx="4075800" cy="443700"/>
          </a:xfrm>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800"/>
              </a:spcAft>
              <a:buClr>
                <a:schemeClr val="dk1"/>
              </a:buClr>
              <a:buSzPts val="1100"/>
              <a:buFont typeface="Arial" panose="020B0604020202020204"/>
              <a:buNone/>
            </a:pPr>
            <a:r>
              <a:rPr lang="en-US" sz="2800">
                <a:solidFill>
                  <a:srgbClr val="04A2B9"/>
                </a:solidFill>
                <a:latin typeface="Ubuntu" panose="020B0504030602030204"/>
                <a:ea typeface="Ubuntu" panose="020B0504030602030204"/>
                <a:cs typeface="Ubuntu" panose="020B0504030602030204"/>
                <a:sym typeface="Ubuntu" panose="020B0504030602030204"/>
              </a:rPr>
              <a:t>UI Design</a:t>
            </a:r>
            <a:endParaRPr sz="2800">
              <a:solidFill>
                <a:srgbClr val="04A2B9"/>
              </a:solidFill>
              <a:latin typeface="Ubuntu" panose="020B0504030602030204"/>
              <a:ea typeface="Ubuntu" panose="020B0504030602030204"/>
              <a:cs typeface="Ubuntu" panose="020B0504030602030204"/>
              <a:sym typeface="Ubuntu" panose="020B0504030602030204"/>
            </a:endParaRPr>
          </a:p>
        </p:txBody>
      </p:sp>
      <p:pic>
        <p:nvPicPr>
          <p:cNvPr id="85" name="Picture 85" descr="WhatsApp Image 2025-04-13 at 17.08.31_4315d07f"/>
          <p:cNvPicPr>
            <a:picLocks noChangeAspect="1"/>
          </p:cNvPicPr>
          <p:nvPr/>
        </p:nvPicPr>
        <p:blipFill>
          <a:blip r:embed="rId2"/>
          <a:stretch>
            <a:fillRect/>
          </a:stretch>
        </p:blipFill>
        <p:spPr>
          <a:xfrm>
            <a:off x="995998" y="1231583"/>
            <a:ext cx="2422332" cy="5400000"/>
          </a:xfrm>
          <a:prstGeom prst="rect">
            <a:avLst/>
          </a:prstGeom>
        </p:spPr>
      </p:pic>
      <p:pic>
        <p:nvPicPr>
          <p:cNvPr id="87" name="Picture 87" descr="WhatsApp Image 2025-04-13 at 16.50.35_c6a77746"/>
          <p:cNvPicPr>
            <a:picLocks noChangeAspect="1"/>
          </p:cNvPicPr>
          <p:nvPr/>
        </p:nvPicPr>
        <p:blipFill>
          <a:blip r:embed="rId3"/>
          <a:stretch>
            <a:fillRect/>
          </a:stretch>
        </p:blipFill>
        <p:spPr>
          <a:xfrm>
            <a:off x="4424998" y="1230948"/>
            <a:ext cx="2422332" cy="5400000"/>
          </a:xfrm>
          <a:prstGeom prst="rect">
            <a:avLst/>
          </a:prstGeom>
        </p:spPr>
      </p:pic>
      <p:pic>
        <p:nvPicPr>
          <p:cNvPr id="89" name="Picture 89" descr="WhatsApp Image 2025-04-13 at 17.18.21_c14f5333"/>
          <p:cNvPicPr>
            <a:picLocks noChangeAspect="1"/>
          </p:cNvPicPr>
          <p:nvPr/>
        </p:nvPicPr>
        <p:blipFill>
          <a:blip r:embed="rId4"/>
          <a:stretch>
            <a:fillRect/>
          </a:stretch>
        </p:blipFill>
        <p:spPr>
          <a:xfrm>
            <a:off x="7853998" y="1231583"/>
            <a:ext cx="2422332" cy="5400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09" name="Shape 209"/>
        <p:cNvGrpSpPr/>
        <p:nvPr/>
      </p:nvGrpSpPr>
      <p:grpSpPr>
        <a:xfrm>
          <a:off x="0" y="0"/>
          <a:ext cx="0" cy="0"/>
          <a:chOff x="0" y="0"/>
          <a:chExt cx="0" cy="0"/>
        </a:xfrm>
      </p:grpSpPr>
      <p:sp>
        <p:nvSpPr>
          <p:cNvPr id="210" name="Google Shape;210;g3310e123f44_0_95"/>
          <p:cNvSpPr txBox="1"/>
          <p:nvPr>
            <p:ph type="title"/>
          </p:nvPr>
        </p:nvSpPr>
        <p:spPr>
          <a:xfrm>
            <a:off x="534243" y="309550"/>
            <a:ext cx="4075800" cy="443700"/>
          </a:xfrm>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800"/>
              </a:spcAft>
              <a:buClr>
                <a:schemeClr val="dk1"/>
              </a:buClr>
              <a:buSzPts val="1100"/>
              <a:buFont typeface="Arial" panose="020B0604020202020204"/>
              <a:buNone/>
            </a:pPr>
            <a:r>
              <a:rPr lang="en-US" sz="2800">
                <a:solidFill>
                  <a:srgbClr val="04A2B9"/>
                </a:solidFill>
                <a:latin typeface="Ubuntu" panose="020B0504030602030204"/>
                <a:ea typeface="Ubuntu" panose="020B0504030602030204"/>
                <a:cs typeface="Ubuntu" panose="020B0504030602030204"/>
                <a:sym typeface="Ubuntu" panose="020B0504030602030204"/>
              </a:rPr>
              <a:t>UI Design</a:t>
            </a:r>
            <a:endParaRPr sz="2800">
              <a:solidFill>
                <a:srgbClr val="04A2B9"/>
              </a:solidFill>
              <a:latin typeface="Ubuntu" panose="020B0504030602030204"/>
              <a:ea typeface="Ubuntu" panose="020B0504030602030204"/>
              <a:cs typeface="Ubuntu" panose="020B0504030602030204"/>
              <a:sym typeface="Ubuntu" panose="020B0504030602030204"/>
            </a:endParaRPr>
          </a:p>
        </p:txBody>
      </p:sp>
      <p:pic>
        <p:nvPicPr>
          <p:cNvPr id="92" name="Picture 92" descr="WhatsApp Image 2025-04-13 at 17.18.21_2f6282d4"/>
          <p:cNvPicPr>
            <a:picLocks noChangeAspect="1"/>
          </p:cNvPicPr>
          <p:nvPr/>
        </p:nvPicPr>
        <p:blipFill>
          <a:blip r:embed="rId2"/>
          <a:stretch>
            <a:fillRect/>
          </a:stretch>
        </p:blipFill>
        <p:spPr>
          <a:xfrm>
            <a:off x="1021398" y="1171893"/>
            <a:ext cx="2422332" cy="5400000"/>
          </a:xfrm>
          <a:prstGeom prst="rect">
            <a:avLst/>
          </a:prstGeom>
        </p:spPr>
      </p:pic>
      <p:pic>
        <p:nvPicPr>
          <p:cNvPr id="96" name="Picture 96" descr="WhatsApp Image 2025-04-13 at 17.25.50_5d982010"/>
          <p:cNvPicPr>
            <a:picLocks noChangeAspect="1"/>
          </p:cNvPicPr>
          <p:nvPr/>
        </p:nvPicPr>
        <p:blipFill>
          <a:blip r:embed="rId3"/>
          <a:stretch>
            <a:fillRect/>
          </a:stretch>
        </p:blipFill>
        <p:spPr>
          <a:xfrm>
            <a:off x="4196398" y="1171258"/>
            <a:ext cx="2422332" cy="5400000"/>
          </a:xfrm>
          <a:prstGeom prst="rect">
            <a:avLst/>
          </a:prstGeom>
        </p:spPr>
      </p:pic>
      <p:pic>
        <p:nvPicPr>
          <p:cNvPr id="28" name="Picture 28" descr="WhatsApp Image 2025-04-19 at 22.27.03_362f7cad"/>
          <p:cNvPicPr>
            <a:picLocks noChangeAspect="1"/>
          </p:cNvPicPr>
          <p:nvPr/>
        </p:nvPicPr>
        <p:blipFill>
          <a:blip r:embed="rId4"/>
          <a:stretch>
            <a:fillRect/>
          </a:stretch>
        </p:blipFill>
        <p:spPr>
          <a:xfrm>
            <a:off x="7371398" y="1170623"/>
            <a:ext cx="2422332" cy="5400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57" name="Shape 257"/>
        <p:cNvGrpSpPr/>
        <p:nvPr/>
      </p:nvGrpSpPr>
      <p:grpSpPr>
        <a:xfrm>
          <a:off x="0" y="0"/>
          <a:ext cx="0" cy="0"/>
          <a:chOff x="0" y="0"/>
          <a:chExt cx="0" cy="0"/>
        </a:xfrm>
      </p:grpSpPr>
      <p:sp>
        <p:nvSpPr>
          <p:cNvPr id="258" name="Google Shape;258;g3310e123f44_0_99"/>
          <p:cNvSpPr txBox="1"/>
          <p:nvPr>
            <p:ph type="title"/>
          </p:nvPr>
        </p:nvSpPr>
        <p:spPr>
          <a:xfrm>
            <a:off x="534243" y="309550"/>
            <a:ext cx="4075800" cy="443700"/>
          </a:xfrm>
          <a:prstGeom prst="rect">
            <a:avLst/>
          </a:prstGeom>
          <a:noFill/>
          <a:ln>
            <a:noFill/>
          </a:ln>
        </p:spPr>
        <p:txBody>
          <a:bodyPr spcFirstLastPara="1" wrap="square" lIns="0" tIns="12700" rIns="0" bIns="0" anchor="ctr" anchorCtr="0">
            <a:spAutoFit/>
          </a:bodyPr>
          <a:lstStyle/>
          <a:p>
            <a:pPr marL="0" lvl="0" indent="0" algn="l" rtl="0">
              <a:lnSpc>
                <a:spcPct val="108000"/>
              </a:lnSpc>
              <a:spcBef>
                <a:spcPts val="0"/>
              </a:spcBef>
              <a:spcAft>
                <a:spcPts val="800"/>
              </a:spcAft>
              <a:buClr>
                <a:schemeClr val="dk1"/>
              </a:buClr>
              <a:buSzPts val="1100"/>
              <a:buFont typeface="Arial" panose="020B0604020202020204"/>
              <a:buNone/>
            </a:pPr>
            <a:r>
              <a:rPr lang="en-US" sz="2800">
                <a:solidFill>
                  <a:srgbClr val="04A2B9"/>
                </a:solidFill>
                <a:latin typeface="Ubuntu" panose="020B0504030602030204"/>
                <a:ea typeface="Ubuntu" panose="020B0504030602030204"/>
                <a:cs typeface="Ubuntu" panose="020B0504030602030204"/>
                <a:sym typeface="Ubuntu" panose="020B0504030602030204"/>
              </a:rPr>
              <a:t>Expected Outcomes</a:t>
            </a:r>
            <a:endParaRPr sz="2800">
              <a:solidFill>
                <a:srgbClr val="04A2B9"/>
              </a:solidFill>
              <a:latin typeface="Ubuntu" panose="020B0504030602030204"/>
              <a:ea typeface="Ubuntu" panose="020B0504030602030204"/>
              <a:cs typeface="Ubuntu" panose="020B0504030602030204"/>
              <a:sym typeface="Ubuntu" panose="020B0504030602030204"/>
            </a:endParaRPr>
          </a:p>
        </p:txBody>
      </p:sp>
      <p:sp>
        <p:nvSpPr>
          <p:cNvPr id="259" name="Google Shape;259;g3310e123f44_0_99"/>
          <p:cNvSpPr txBox="1"/>
          <p:nvPr/>
        </p:nvSpPr>
        <p:spPr>
          <a:xfrm>
            <a:off x="671550" y="1295150"/>
            <a:ext cx="10945200" cy="506984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Clr>
                <a:schemeClr val="dk1"/>
              </a:buClr>
              <a:buSzPts val="2300"/>
              <a:buChar char="●"/>
            </a:pPr>
            <a:r>
              <a:rPr lang="en-US" sz="2300" b="1">
                <a:solidFill>
                  <a:schemeClr val="dk1"/>
                </a:solidFill>
              </a:rPr>
              <a:t>Improved Patient Experience</a:t>
            </a:r>
            <a:r>
              <a:rPr lang="en-US" sz="2300">
                <a:solidFill>
                  <a:schemeClr val="dk1"/>
                </a:solidFill>
              </a:rPr>
              <a:t> – Patients can easily book appointments, access medical records, and receive real-time updates.</a:t>
            </a:r>
            <a:endParaRPr sz="2300">
              <a:solidFill>
                <a:schemeClr val="dk1"/>
              </a:solidFill>
            </a:endParaRPr>
          </a:p>
          <a:p>
            <a:pPr marL="457200" lvl="0" indent="-374650" algn="l" rtl="0">
              <a:spcBef>
                <a:spcPts val="1000"/>
              </a:spcBef>
              <a:spcAft>
                <a:spcPts val="0"/>
              </a:spcAft>
              <a:buClr>
                <a:schemeClr val="dk1"/>
              </a:buClr>
              <a:buSzPts val="2300"/>
              <a:buChar char="●"/>
            </a:pPr>
            <a:r>
              <a:rPr lang="en-US" sz="2300" b="1">
                <a:solidFill>
                  <a:schemeClr val="dk1"/>
                </a:solidFill>
              </a:rPr>
              <a:t>Efficient Hospital Management</a:t>
            </a:r>
            <a:r>
              <a:rPr lang="en-US" sz="2300">
                <a:solidFill>
                  <a:schemeClr val="dk1"/>
                </a:solidFill>
              </a:rPr>
              <a:t> – Doctors and administrators can manage patient records, schedules, and appointments seamlessly.</a:t>
            </a:r>
            <a:endParaRPr sz="2300">
              <a:solidFill>
                <a:schemeClr val="dk1"/>
              </a:solidFill>
            </a:endParaRPr>
          </a:p>
          <a:p>
            <a:pPr marL="457200" lvl="0" indent="-374650" algn="l" rtl="0">
              <a:spcBef>
                <a:spcPts val="1000"/>
              </a:spcBef>
              <a:spcAft>
                <a:spcPts val="0"/>
              </a:spcAft>
              <a:buClr>
                <a:schemeClr val="dk1"/>
              </a:buClr>
              <a:buSzPts val="2300"/>
              <a:buChar char="●"/>
            </a:pPr>
            <a:r>
              <a:rPr lang="en-US" sz="2300" b="1">
                <a:solidFill>
                  <a:schemeClr val="dk1"/>
                </a:solidFill>
              </a:rPr>
              <a:t>Paperless &amp; Digital Workflow</a:t>
            </a:r>
            <a:r>
              <a:rPr lang="en-US" sz="2300">
                <a:solidFill>
                  <a:schemeClr val="dk1"/>
                </a:solidFill>
              </a:rPr>
              <a:t> – Reduces paperwork by storing and managing data digitally in </a:t>
            </a:r>
            <a:r>
              <a:rPr lang="en-US" sz="2300" b="1">
                <a:solidFill>
                  <a:schemeClr val="dk1"/>
                </a:solidFill>
              </a:rPr>
              <a:t>Firebase</a:t>
            </a:r>
            <a:r>
              <a:rPr lang="en-US" sz="2300">
                <a:solidFill>
                  <a:schemeClr val="dk1"/>
                </a:solidFill>
              </a:rPr>
              <a:t>.</a:t>
            </a:r>
            <a:endParaRPr sz="2300">
              <a:solidFill>
                <a:schemeClr val="dk1"/>
              </a:solidFill>
            </a:endParaRPr>
          </a:p>
          <a:p>
            <a:pPr marL="457200" lvl="0" indent="-374650" algn="l" rtl="0">
              <a:spcBef>
                <a:spcPts val="1000"/>
              </a:spcBef>
              <a:spcAft>
                <a:spcPts val="0"/>
              </a:spcAft>
              <a:buClr>
                <a:schemeClr val="dk1"/>
              </a:buClr>
              <a:buSzPts val="2300"/>
              <a:buChar char="●"/>
            </a:pPr>
            <a:r>
              <a:rPr lang="en-US" sz="2300" b="1">
                <a:solidFill>
                  <a:schemeClr val="dk1"/>
                </a:solidFill>
              </a:rPr>
              <a:t>Secure &amp; Reliable System</a:t>
            </a:r>
            <a:r>
              <a:rPr lang="en-US" sz="2300">
                <a:solidFill>
                  <a:schemeClr val="dk1"/>
                </a:solidFill>
              </a:rPr>
              <a:t> – Ensures </a:t>
            </a:r>
            <a:r>
              <a:rPr lang="en-US" sz="2300">
                <a:solidFill>
                  <a:schemeClr val="dk1"/>
                </a:solidFill>
              </a:rPr>
              <a:t>data privacy and security using authentication and cloud storage.</a:t>
            </a:r>
            <a:endParaRPr sz="2300">
              <a:solidFill>
                <a:schemeClr val="dk1"/>
              </a:solidFill>
            </a:endParaRPr>
          </a:p>
          <a:p>
            <a:pPr marL="457200" lvl="0" indent="-374650" algn="l" rtl="0">
              <a:spcBef>
                <a:spcPts val="1000"/>
              </a:spcBef>
              <a:spcAft>
                <a:spcPts val="0"/>
              </a:spcAft>
              <a:buClr>
                <a:schemeClr val="dk1"/>
              </a:buClr>
              <a:buSzPts val="2300"/>
              <a:buChar char="●"/>
            </a:pPr>
            <a:r>
              <a:rPr lang="en-US" sz="2300" b="1">
                <a:solidFill>
                  <a:schemeClr val="dk1"/>
                </a:solidFill>
              </a:rPr>
              <a:t>Faster Medical Services</a:t>
            </a:r>
            <a:r>
              <a:rPr lang="en-US" sz="2300">
                <a:solidFill>
                  <a:schemeClr val="dk1"/>
                </a:solidFill>
              </a:rPr>
              <a:t> – Reduces waiting times by streamlining appointment scheduling and patient data retrieval.</a:t>
            </a:r>
            <a:endParaRPr sz="2300">
              <a:solidFill>
                <a:schemeClr val="dk1"/>
              </a:solidFill>
            </a:endParaRPr>
          </a:p>
          <a:p>
            <a:pPr marL="457200" lvl="0" indent="-374650" algn="l" rtl="0">
              <a:spcBef>
                <a:spcPts val="1000"/>
              </a:spcBef>
              <a:spcAft>
                <a:spcPts val="1000"/>
              </a:spcAft>
              <a:buClr>
                <a:schemeClr val="dk1"/>
              </a:buClr>
              <a:buSzPts val="2300"/>
              <a:buChar char="●"/>
            </a:pPr>
            <a:r>
              <a:rPr lang="en-US" sz="2300" b="1">
                <a:solidFill>
                  <a:schemeClr val="dk1"/>
                </a:solidFill>
              </a:rPr>
              <a:t>Remote Accessibility</a:t>
            </a:r>
            <a:r>
              <a:rPr lang="en-US" sz="2300">
                <a:solidFill>
                  <a:schemeClr val="dk1"/>
                </a:solidFill>
              </a:rPr>
              <a:t> – The mobile app allows users to access hospital services anytime, anywhere.</a:t>
            </a:r>
            <a:endParaRPr sz="23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63" name="Shape 26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4536</Words>
  <Application>WPS Slides</Application>
  <PresentationFormat/>
  <Paragraphs>319</Paragraphs>
  <Slides>25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25</vt:i4>
      </vt:variant>
    </vt:vector>
  </HeadingPairs>
  <TitlesOfParts>
    <vt:vector size="35" baseType="lpstr">
      <vt:lpstr>Arial</vt:lpstr>
      <vt:lpstr>SimSun</vt:lpstr>
      <vt:lpstr>Wingdings</vt:lpstr>
      <vt:lpstr>Arial</vt:lpstr>
      <vt:lpstr>Calibri</vt:lpstr>
      <vt:lpstr>Proxima Nova</vt:lpstr>
      <vt:lpstr>Microsoft YaHei</vt:lpstr>
      <vt:lpstr>Arial Unicode MS</vt:lpstr>
      <vt:lpstr>Ubuntu</vt:lpstr>
      <vt:lpstr>Office Theme</vt:lpstr>
      <vt:lpstr>PowerPoint 演示文稿</vt:lpstr>
      <vt:lpstr>PowerPoint 演示文稿</vt:lpstr>
      <vt:lpstr>Outline</vt:lpstr>
      <vt:lpstr>Overview of the Company</vt:lpstr>
      <vt:lpstr>Overview of the Company</vt:lpstr>
      <vt:lpstr>Overview Of Different Units</vt:lpstr>
      <vt:lpstr>Achievements</vt:lpstr>
      <vt:lpstr>Contact Info</vt:lpstr>
      <vt:lpstr>Introduction </vt:lpstr>
      <vt:lpstr>Abstract</vt:lpstr>
      <vt:lpstr>Flowchart</vt:lpstr>
      <vt:lpstr>Database</vt:lpstr>
      <vt:lpstr>ER-Diagram</vt:lpstr>
      <vt:lpstr>Use case Diagram</vt:lpstr>
      <vt:lpstr>Sequence Diagram</vt:lpstr>
      <vt:lpstr>PowerPoint 演示文稿</vt:lpstr>
      <vt:lpstr>UI Design</vt:lpstr>
      <vt:lpstr>UI Design</vt:lpstr>
      <vt:lpstr>UI Design</vt:lpstr>
      <vt:lpstr>UI Design</vt:lpstr>
      <vt:lpstr>UI Design</vt:lpstr>
      <vt:lpstr>UI Design</vt:lpstr>
      <vt:lpstr>UI Design</vt:lpstr>
      <vt:lpstr>Expected Outcomes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MEET KHANESHA</cp:lastModifiedBy>
  <cp:revision>3</cp:revision>
  <dcterms:created xsi:type="dcterms:W3CDTF">2025-03-01T02:39:00Z</dcterms:created>
  <dcterms:modified xsi:type="dcterms:W3CDTF">2025-04-25T17:21:47Z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y fmtid="{D5CDD505-2E9C-101B-9397-08002B2CF9AE}" pid="9" name="ICV">
    <vt:lpwstr>11C10E7E2D564181AC78EC982725543F_12</vt:lpwstr>
  </property>
  <property fmtid="{D5CDD505-2E9C-101B-9397-08002B2CF9AE}" pid="10" name="KSOProductBuildVer">
    <vt:lpwstr>1033-12.2.0.20795</vt:lpwstr>
  </property>
</Properties>
</file>